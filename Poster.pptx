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0" r:id="rId2"/>
    <p:sldMasterId id="2147483651" r:id="rId3"/>
  </p:sldMasterIdLst>
  <p:notesMasterIdLst>
    <p:notesMasterId r:id="rId5"/>
  </p:notesMasterIdLst>
  <p:sldIdLst>
    <p:sldId id="256" r:id="rId4"/>
  </p:sldIdLst>
  <p:sldSz cx="21383625" cy="30311725"/>
  <p:notesSz cx="6858000" cy="9144000"/>
  <p:defaultTextStyle>
    <a:defPPr>
      <a:defRPr lang="en-US"/>
    </a:defPPr>
    <a:lvl1pPr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1pPr>
    <a:lvl2pPr marL="321389" indent="134848"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2pPr>
    <a:lvl3pPr marL="645026" indent="267450"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3pPr>
    <a:lvl4pPr marL="968662" indent="402299"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4pPr>
    <a:lvl5pPr marL="1292299" indent="534899"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5pPr>
    <a:lvl6pPr marL="3236363"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6pPr>
    <a:lvl7pPr marL="3883635"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7pPr>
    <a:lvl8pPr marL="4530908"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8pPr>
    <a:lvl9pPr marL="5178180"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4081" userDrawn="1">
          <p15:clr>
            <a:srgbClr val="A4A3A4"/>
          </p15:clr>
        </p15:guide>
        <p15:guide id="2" orient="horz" pos="17227" userDrawn="1">
          <p15:clr>
            <a:srgbClr val="A4A3A4"/>
          </p15:clr>
        </p15:guide>
        <p15:guide id="3" pos="-932" userDrawn="1">
          <p15:clr>
            <a:srgbClr val="A4A3A4"/>
          </p15:clr>
        </p15:guide>
        <p15:guide id="4" pos="4036" userDrawn="1">
          <p15:clr>
            <a:srgbClr val="A4A3A4"/>
          </p15:clr>
        </p15:guide>
        <p15:guide id="5" pos="4258" userDrawn="1">
          <p15:clr>
            <a:srgbClr val="A4A3A4"/>
          </p15:clr>
        </p15:guide>
        <p15:guide id="6" pos="14376" userDrawn="1">
          <p15:clr>
            <a:srgbClr val="A4A3A4"/>
          </p15:clr>
        </p15:guide>
        <p15:guide id="7" pos="9188" userDrawn="1">
          <p15:clr>
            <a:srgbClr val="A4A3A4"/>
          </p15:clr>
        </p15:guide>
        <p15:guide id="8" pos="94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AE6858-ADC9-432C-B063-B2BC9AFFCF9A}" v="49" dt="2025-11-21T09:45:54.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888" y="-874"/>
      </p:cViewPr>
      <p:guideLst>
        <p:guide orient="horz" pos="4081"/>
        <p:guide orient="horz" pos="17227"/>
        <p:guide pos="-932"/>
        <p:guide pos="4036"/>
        <p:guide pos="4258"/>
        <p:guide pos="14376"/>
        <p:guide pos="9188"/>
        <p:guide pos="944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19AC62C1-B279-96E4-6CFC-EE95CDA61CC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150531" name="Rectangle 3">
            <a:extLst>
              <a:ext uri="{FF2B5EF4-FFF2-40B4-BE49-F238E27FC236}">
                <a16:creationId xmlns:a16="http://schemas.microsoft.com/office/drawing/2014/main" id="{600407FE-633E-8C93-5482-C02893625AB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4100" name="Rectangle 4">
            <a:extLst>
              <a:ext uri="{FF2B5EF4-FFF2-40B4-BE49-F238E27FC236}">
                <a16:creationId xmlns:a16="http://schemas.microsoft.com/office/drawing/2014/main" id="{12622B38-C8B2-6157-AA74-40FF5FB5131E}"/>
              </a:ext>
            </a:extLst>
          </p:cNvPr>
          <p:cNvSpPr>
            <a:spLocks noGrp="1" noRot="1" noChangeAspect="1" noChangeArrowheads="1" noTextEdit="1"/>
          </p:cNvSpPr>
          <p:nvPr>
            <p:ph type="sldImg" idx="2"/>
          </p:nvPr>
        </p:nvSpPr>
        <p:spPr bwMode="auto">
          <a:xfrm>
            <a:off x="2219325" y="685800"/>
            <a:ext cx="241935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3" name="Rectangle 5">
            <a:extLst>
              <a:ext uri="{FF2B5EF4-FFF2-40B4-BE49-F238E27FC236}">
                <a16:creationId xmlns:a16="http://schemas.microsoft.com/office/drawing/2014/main" id="{CF2FCE9C-29B2-D135-E78E-318200A6546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a:extLst>
              <a:ext uri="{FF2B5EF4-FFF2-40B4-BE49-F238E27FC236}">
                <a16:creationId xmlns:a16="http://schemas.microsoft.com/office/drawing/2014/main" id="{0F74C179-568F-D1A6-FC14-38A980EA48F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150535" name="Rectangle 7">
            <a:extLst>
              <a:ext uri="{FF2B5EF4-FFF2-40B4-BE49-F238E27FC236}">
                <a16:creationId xmlns:a16="http://schemas.microsoft.com/office/drawing/2014/main" id="{28885096-0642-E50C-B7A6-A54E7C6E320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atin typeface="Arial" panose="020B0604020202020204" pitchFamily="34" charset="0"/>
              </a:defRPr>
            </a:lvl1pPr>
          </a:lstStyle>
          <a:p>
            <a:pPr>
              <a:defRPr/>
            </a:pPr>
            <a:fld id="{BDF215D1-EC54-9E40-A261-20CCBAC4099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charset="-128"/>
      </a:defRPr>
    </a:lvl1pPr>
    <a:lvl2pPr marL="321389"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2pPr>
    <a:lvl3pPr marL="645026"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3pPr>
    <a:lvl4pPr marL="968662"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4pPr>
    <a:lvl5pPr marL="1292299"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5pPr>
    <a:lvl6pPr marL="1616549" algn="l" defTabSz="323310" rtl="0" eaLnBrk="1" latinLnBrk="0" hangingPunct="1">
      <a:defRPr sz="849" kern="1200">
        <a:solidFill>
          <a:schemeClr val="tx1"/>
        </a:solidFill>
        <a:latin typeface="+mn-lt"/>
        <a:ea typeface="+mn-ea"/>
        <a:cs typeface="+mn-cs"/>
      </a:defRPr>
    </a:lvl6pPr>
    <a:lvl7pPr marL="1939858" algn="l" defTabSz="323310" rtl="0" eaLnBrk="1" latinLnBrk="0" hangingPunct="1">
      <a:defRPr sz="849" kern="1200">
        <a:solidFill>
          <a:schemeClr val="tx1"/>
        </a:solidFill>
        <a:latin typeface="+mn-lt"/>
        <a:ea typeface="+mn-ea"/>
        <a:cs typeface="+mn-cs"/>
      </a:defRPr>
    </a:lvl7pPr>
    <a:lvl8pPr marL="2263169" algn="l" defTabSz="323310" rtl="0" eaLnBrk="1" latinLnBrk="0" hangingPunct="1">
      <a:defRPr sz="849" kern="1200">
        <a:solidFill>
          <a:schemeClr val="tx1"/>
        </a:solidFill>
        <a:latin typeface="+mn-lt"/>
        <a:ea typeface="+mn-ea"/>
        <a:cs typeface="+mn-cs"/>
      </a:defRPr>
    </a:lvl8pPr>
    <a:lvl9pPr marL="2586478" algn="l" defTabSz="323310" rtl="0" eaLnBrk="1" latinLnBrk="0" hangingPunct="1">
      <a:defRPr sz="84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CC2A45F-CA98-8895-F89A-CA3ECF8F53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6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6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6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6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9pPr>
          </a:lstStyle>
          <a:p>
            <a:pPr>
              <a:spcBef>
                <a:spcPct val="0"/>
              </a:spcBef>
            </a:pPr>
            <a:fld id="{439B15BC-33AC-784E-BEF0-AC280F674D0B}" type="slidenum">
              <a:rPr lang="en-US" altLang="en-US" sz="1200" smtClean="0"/>
              <a:pPr>
                <a:spcBef>
                  <a:spcPct val="0"/>
                </a:spcBef>
              </a:pPr>
              <a:t>1</a:t>
            </a:fld>
            <a:endParaRPr lang="en-US" altLang="en-US" sz="1200"/>
          </a:p>
        </p:txBody>
      </p:sp>
      <p:sp>
        <p:nvSpPr>
          <p:cNvPr id="6147" name="Rectangle 2">
            <a:extLst>
              <a:ext uri="{FF2B5EF4-FFF2-40B4-BE49-F238E27FC236}">
                <a16:creationId xmlns:a16="http://schemas.microsoft.com/office/drawing/2014/main" id="{30C7781C-BB7A-3B56-27B0-AC1ACAFE0F74}"/>
              </a:ext>
            </a:extLst>
          </p:cNvPr>
          <p:cNvSpPr>
            <a:spLocks noGrp="1" noRot="1" noChangeAspect="1" noChangeArrowheads="1" noTextEdit="1"/>
          </p:cNvSpPr>
          <p:nvPr>
            <p:ph type="sldImg"/>
          </p:nvPr>
        </p:nvSpPr>
        <p:spPr>
          <a:xfrm>
            <a:off x="2219325" y="685800"/>
            <a:ext cx="2419350" cy="3429000"/>
          </a:xfrm>
          <a:ln/>
        </p:spPr>
      </p:sp>
      <p:sp>
        <p:nvSpPr>
          <p:cNvPr id="6148" name="Rectangle 3">
            <a:extLst>
              <a:ext uri="{FF2B5EF4-FFF2-40B4-BE49-F238E27FC236}">
                <a16:creationId xmlns:a16="http://schemas.microsoft.com/office/drawing/2014/main" id="{47B684FF-E8DF-F369-3839-C02ED9CA30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988" y="9416860"/>
            <a:ext cx="18175657" cy="6496229"/>
          </a:xfrm>
        </p:spPr>
        <p:txBody>
          <a:bodyPr/>
          <a:lstStyle/>
          <a:p>
            <a:r>
              <a:rPr lang="en-US"/>
              <a:t>Click to edit Master title style</a:t>
            </a:r>
            <a:endParaRPr lang="en-GB"/>
          </a:p>
        </p:txBody>
      </p:sp>
      <p:sp>
        <p:nvSpPr>
          <p:cNvPr id="3" name="Subtitle 2"/>
          <p:cNvSpPr>
            <a:spLocks noGrp="1"/>
          </p:cNvSpPr>
          <p:nvPr>
            <p:ph type="subTitle" idx="1"/>
          </p:nvPr>
        </p:nvSpPr>
        <p:spPr>
          <a:xfrm>
            <a:off x="3207969" y="17176244"/>
            <a:ext cx="14967690" cy="7747353"/>
          </a:xfrm>
        </p:spPr>
        <p:txBody>
          <a:bodyPr/>
          <a:lstStyle>
            <a:lvl1pPr marL="0" indent="0" algn="ctr">
              <a:buNone/>
              <a:defRPr/>
            </a:lvl1pPr>
            <a:lvl2pPr marL="322821" indent="0" algn="ctr">
              <a:buNone/>
              <a:defRPr/>
            </a:lvl2pPr>
            <a:lvl3pPr marL="645639" indent="0" algn="ctr">
              <a:buNone/>
              <a:defRPr/>
            </a:lvl3pPr>
            <a:lvl4pPr marL="968461" indent="0" algn="ctr">
              <a:buNone/>
              <a:defRPr/>
            </a:lvl4pPr>
            <a:lvl5pPr marL="1291282" indent="0" algn="ctr">
              <a:buNone/>
              <a:defRPr/>
            </a:lvl5pPr>
            <a:lvl6pPr marL="1614102" indent="0" algn="ctr">
              <a:buNone/>
              <a:defRPr/>
            </a:lvl6pPr>
            <a:lvl7pPr marL="1936922" indent="0" algn="ctr">
              <a:buNone/>
              <a:defRPr/>
            </a:lvl7pPr>
            <a:lvl8pPr marL="2259743" indent="0" algn="ctr">
              <a:buNone/>
              <a:defRPr/>
            </a:lvl8pPr>
            <a:lvl9pPr marL="2582563"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52158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1245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77994"/>
            <a:ext cx="18176600" cy="6020374"/>
          </a:xfrm>
        </p:spPr>
        <p:txBody>
          <a:bodyPr anchor="t"/>
          <a:lstStyle>
            <a:lvl1pPr algn="l">
              <a:defRPr sz="2827" b="1" cap="all"/>
            </a:lvl1pPr>
          </a:lstStyle>
          <a:p>
            <a:r>
              <a:rPr lang="en-US"/>
              <a:t>Click to edit Master title style</a:t>
            </a:r>
            <a:endParaRPr lang="en-GB"/>
          </a:p>
        </p:txBody>
      </p:sp>
      <p:sp>
        <p:nvSpPr>
          <p:cNvPr id="3" name="Text Placeholder 2"/>
          <p:cNvSpPr>
            <a:spLocks noGrp="1"/>
          </p:cNvSpPr>
          <p:nvPr>
            <p:ph type="body" idx="1"/>
          </p:nvPr>
        </p:nvSpPr>
        <p:spPr>
          <a:xfrm>
            <a:off x="1688851" y="12846764"/>
            <a:ext cx="18176600" cy="6631234"/>
          </a:xfrm>
        </p:spPr>
        <p:txBody>
          <a:bodyPr anchor="b"/>
          <a:lstStyle>
            <a:lvl1pPr marL="0" indent="0">
              <a:buNone/>
              <a:defRPr sz="1413"/>
            </a:lvl1pPr>
            <a:lvl2pPr marL="322821" indent="0">
              <a:buNone/>
              <a:defRPr sz="1272"/>
            </a:lvl2pPr>
            <a:lvl3pPr marL="645639" indent="0">
              <a:buNone/>
              <a:defRPr sz="1131"/>
            </a:lvl3pPr>
            <a:lvl4pPr marL="968461" indent="0">
              <a:buNone/>
              <a:defRPr sz="990"/>
            </a:lvl4pPr>
            <a:lvl5pPr marL="1291282" indent="0">
              <a:buNone/>
              <a:defRPr sz="990"/>
            </a:lvl5pPr>
            <a:lvl6pPr marL="1614102" indent="0">
              <a:buNone/>
              <a:defRPr sz="990"/>
            </a:lvl6pPr>
            <a:lvl7pPr marL="1936922" indent="0">
              <a:buNone/>
              <a:defRPr sz="990"/>
            </a:lvl7pPr>
            <a:lvl8pPr marL="2259743" indent="0">
              <a:buNone/>
              <a:defRPr sz="990"/>
            </a:lvl8pPr>
            <a:lvl9pPr marL="2582563" indent="0">
              <a:buNone/>
              <a:defRPr sz="990"/>
            </a:lvl9pPr>
          </a:lstStyle>
          <a:p>
            <a:pPr lvl="0"/>
            <a:r>
              <a:rPr lang="en-US"/>
              <a:t>Click to edit Master text styles</a:t>
            </a:r>
          </a:p>
        </p:txBody>
      </p:sp>
    </p:spTree>
    <p:extLst>
      <p:ext uri="{BB962C8B-B14F-4D97-AF65-F5344CB8AC3E}">
        <p14:creationId xmlns:p14="http://schemas.microsoft.com/office/powerpoint/2010/main" val="344639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67714" y="4416371"/>
            <a:ext cx="3240028" cy="25232368"/>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3798267" y="4416371"/>
            <a:ext cx="3240972" cy="25232368"/>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300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25" y="1213698"/>
            <a:ext cx="19244979" cy="505262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24" y="6784951"/>
            <a:ext cx="9447570"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4" name="Content Placeholder 3"/>
          <p:cNvSpPr>
            <a:spLocks noGrp="1"/>
          </p:cNvSpPr>
          <p:nvPr>
            <p:ph sz="half" idx="2"/>
          </p:nvPr>
        </p:nvSpPr>
        <p:spPr>
          <a:xfrm>
            <a:off x="1069324" y="9613350"/>
            <a:ext cx="9447570"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2961" y="6784951"/>
            <a:ext cx="9451342"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6" name="Content Placeholder 5"/>
          <p:cNvSpPr>
            <a:spLocks noGrp="1"/>
          </p:cNvSpPr>
          <p:nvPr>
            <p:ph sz="quarter" idx="4"/>
          </p:nvPr>
        </p:nvSpPr>
        <p:spPr>
          <a:xfrm>
            <a:off x="10862961" y="9613350"/>
            <a:ext cx="9451342"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84921614"/>
      </p:ext>
    </p:extLst>
  </p:cSld>
  <p:clrMapOvr>
    <a:masterClrMapping/>
  </p:clrMapOvr>
  <p:extLst>
    <p:ext uri="{DCECCB84-F9BA-43D5-87BE-67443E8EF086}">
      <p15:sldGuideLst xmlns:p15="http://schemas.microsoft.com/office/powerpoint/2012/main">
        <p15:guide id="1" orient="horz" pos="9547" userDrawn="1">
          <p15:clr>
            <a:srgbClr val="FBAE40"/>
          </p15:clr>
        </p15:guide>
        <p15:guide id="2" pos="673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3732379"/>
      </p:ext>
    </p:extLst>
  </p:cSld>
  <p:clrMapOvr>
    <a:masterClrMapping/>
  </p:clrMapOvr>
  <p:extLst>
    <p:ext uri="{DCECCB84-F9BA-43D5-87BE-67443E8EF086}">
      <p15:sldGuideLst xmlns:p15="http://schemas.microsoft.com/office/powerpoint/2012/main">
        <p15:guide id="1" orient="horz" pos="9547" userDrawn="1">
          <p15:clr>
            <a:srgbClr val="FBAE40"/>
          </p15:clr>
        </p15:guide>
        <p15:guide id="2" pos="6735"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93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22" y="1207017"/>
            <a:ext cx="7034522" cy="5135495"/>
          </a:xfrm>
        </p:spPr>
        <p:txBody>
          <a:bodyPr anchor="b"/>
          <a:lstStyle>
            <a:lvl1pPr algn="l">
              <a:defRPr sz="1413" b="1"/>
            </a:lvl1pPr>
          </a:lstStyle>
          <a:p>
            <a:r>
              <a:rPr lang="en-US"/>
              <a:t>Click to edit Master title style</a:t>
            </a:r>
            <a:endParaRPr lang="en-GB"/>
          </a:p>
        </p:txBody>
      </p:sp>
      <p:sp>
        <p:nvSpPr>
          <p:cNvPr id="3" name="Content Placeholder 2"/>
          <p:cNvSpPr>
            <a:spLocks noGrp="1"/>
          </p:cNvSpPr>
          <p:nvPr>
            <p:ph idx="1"/>
          </p:nvPr>
        </p:nvSpPr>
        <p:spPr>
          <a:xfrm>
            <a:off x="8360332" y="1207018"/>
            <a:ext cx="11953972" cy="25869962"/>
          </a:xfrm>
        </p:spPr>
        <p:txBody>
          <a:bodyPr/>
          <a:lstStyle>
            <a:lvl1pPr>
              <a:defRPr sz="2262"/>
            </a:lvl1pPr>
            <a:lvl2pPr>
              <a:defRPr sz="1979"/>
            </a:lvl2pPr>
            <a:lvl3pPr>
              <a:defRPr sz="1697"/>
            </a:lvl3pPr>
            <a:lvl4pPr>
              <a:defRPr sz="1413"/>
            </a:lvl4pPr>
            <a:lvl5pPr>
              <a:defRPr sz="1413"/>
            </a:lvl5pPr>
            <a:lvl6pPr>
              <a:defRPr sz="1413"/>
            </a:lvl6pPr>
            <a:lvl7pPr>
              <a:defRPr sz="1413"/>
            </a:lvl7pPr>
            <a:lvl8pPr>
              <a:defRPr sz="1413"/>
            </a:lvl8pPr>
            <a:lvl9pPr>
              <a:defRPr sz="14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22" y="6342514"/>
            <a:ext cx="7034522" cy="2073446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2733402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483" y="21218346"/>
            <a:ext cx="12829987" cy="2504924"/>
          </a:xfrm>
        </p:spPr>
        <p:txBody>
          <a:bodyPr anchor="b"/>
          <a:lstStyle>
            <a:lvl1pPr algn="l">
              <a:defRPr sz="1413" b="1"/>
            </a:lvl1pPr>
          </a:lstStyle>
          <a:p>
            <a:r>
              <a:rPr lang="en-US"/>
              <a:t>Click to edit Master title style</a:t>
            </a:r>
            <a:endParaRPr lang="en-GB"/>
          </a:p>
        </p:txBody>
      </p:sp>
      <p:sp>
        <p:nvSpPr>
          <p:cNvPr id="3" name="Picture Placeholder 2"/>
          <p:cNvSpPr>
            <a:spLocks noGrp="1"/>
          </p:cNvSpPr>
          <p:nvPr>
            <p:ph type="pic" idx="1"/>
          </p:nvPr>
        </p:nvSpPr>
        <p:spPr>
          <a:xfrm>
            <a:off x="4191483" y="2708103"/>
            <a:ext cx="12829987" cy="18186767"/>
          </a:xfrm>
        </p:spPr>
        <p:txBody>
          <a:bodyPr/>
          <a:lstStyle>
            <a:lvl1pPr marL="0" indent="0">
              <a:buNone/>
              <a:defRPr sz="2262"/>
            </a:lvl1pPr>
            <a:lvl2pPr marL="322821" indent="0">
              <a:buNone/>
              <a:defRPr sz="1979"/>
            </a:lvl2pPr>
            <a:lvl3pPr marL="645639" indent="0">
              <a:buNone/>
              <a:defRPr sz="1697"/>
            </a:lvl3pPr>
            <a:lvl4pPr marL="968461" indent="0">
              <a:buNone/>
              <a:defRPr sz="1413"/>
            </a:lvl4pPr>
            <a:lvl5pPr marL="1291282" indent="0">
              <a:buNone/>
              <a:defRPr sz="1413"/>
            </a:lvl5pPr>
            <a:lvl6pPr marL="1614102" indent="0">
              <a:buNone/>
              <a:defRPr sz="1413"/>
            </a:lvl6pPr>
            <a:lvl7pPr marL="1936922" indent="0">
              <a:buNone/>
              <a:defRPr sz="1413"/>
            </a:lvl7pPr>
            <a:lvl8pPr marL="2259743" indent="0">
              <a:buNone/>
              <a:defRPr sz="1413"/>
            </a:lvl8pPr>
            <a:lvl9pPr marL="2582563" indent="0">
              <a:buNone/>
              <a:defRPr sz="1413"/>
            </a:lvl9pPr>
          </a:lstStyle>
          <a:p>
            <a:pPr lvl="0"/>
            <a:endParaRPr lang="en-GB" noProof="0"/>
          </a:p>
        </p:txBody>
      </p:sp>
      <p:sp>
        <p:nvSpPr>
          <p:cNvPr id="4" name="Text Placeholder 3"/>
          <p:cNvSpPr>
            <a:spLocks noGrp="1"/>
          </p:cNvSpPr>
          <p:nvPr>
            <p:ph type="body" sz="half" idx="2"/>
          </p:nvPr>
        </p:nvSpPr>
        <p:spPr>
          <a:xfrm>
            <a:off x="4191483" y="23723268"/>
            <a:ext cx="12829987" cy="355688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3926032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9442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87127" y="1172264"/>
            <a:ext cx="5106158" cy="2847647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67712" y="1172264"/>
            <a:ext cx="15228890" cy="284764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9511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988" y="9416860"/>
            <a:ext cx="18175657" cy="6496229"/>
          </a:xfrm>
        </p:spPr>
        <p:txBody>
          <a:bodyPr/>
          <a:lstStyle/>
          <a:p>
            <a:r>
              <a:rPr lang="en-US"/>
              <a:t>Click to edit Master title style</a:t>
            </a:r>
            <a:endParaRPr lang="en-GB"/>
          </a:p>
        </p:txBody>
      </p:sp>
      <p:sp>
        <p:nvSpPr>
          <p:cNvPr id="3" name="Subtitle 2"/>
          <p:cNvSpPr>
            <a:spLocks noGrp="1"/>
          </p:cNvSpPr>
          <p:nvPr>
            <p:ph type="subTitle" idx="1"/>
          </p:nvPr>
        </p:nvSpPr>
        <p:spPr>
          <a:xfrm>
            <a:off x="3207969" y="17176244"/>
            <a:ext cx="14967690" cy="7747353"/>
          </a:xfrm>
        </p:spPr>
        <p:txBody>
          <a:bodyPr/>
          <a:lstStyle>
            <a:lvl1pPr marL="0" indent="0" algn="ctr">
              <a:buNone/>
              <a:defRPr/>
            </a:lvl1pPr>
            <a:lvl2pPr marL="322821" indent="0" algn="ctr">
              <a:buNone/>
              <a:defRPr/>
            </a:lvl2pPr>
            <a:lvl3pPr marL="645639" indent="0" algn="ctr">
              <a:buNone/>
              <a:defRPr/>
            </a:lvl3pPr>
            <a:lvl4pPr marL="968461" indent="0" algn="ctr">
              <a:buNone/>
              <a:defRPr/>
            </a:lvl4pPr>
            <a:lvl5pPr marL="1291282" indent="0" algn="ctr">
              <a:buNone/>
              <a:defRPr/>
            </a:lvl5pPr>
            <a:lvl6pPr marL="1614102" indent="0" algn="ctr">
              <a:buNone/>
              <a:defRPr/>
            </a:lvl6pPr>
            <a:lvl7pPr marL="1936922" indent="0" algn="ctr">
              <a:buNone/>
              <a:defRPr/>
            </a:lvl7pPr>
            <a:lvl8pPr marL="2259743" indent="0" algn="ctr">
              <a:buNone/>
              <a:defRPr/>
            </a:lvl8pPr>
            <a:lvl9pPr marL="2582563"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214435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5545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77994"/>
            <a:ext cx="18176600" cy="6020374"/>
          </a:xfrm>
        </p:spPr>
        <p:txBody>
          <a:bodyPr anchor="t"/>
          <a:lstStyle>
            <a:lvl1pPr algn="l">
              <a:defRPr sz="2827" b="1" cap="all"/>
            </a:lvl1pPr>
          </a:lstStyle>
          <a:p>
            <a:r>
              <a:rPr lang="en-US"/>
              <a:t>Click to edit Master title style</a:t>
            </a:r>
            <a:endParaRPr lang="en-GB"/>
          </a:p>
        </p:txBody>
      </p:sp>
      <p:sp>
        <p:nvSpPr>
          <p:cNvPr id="3" name="Text Placeholder 2"/>
          <p:cNvSpPr>
            <a:spLocks noGrp="1"/>
          </p:cNvSpPr>
          <p:nvPr>
            <p:ph type="body" idx="1"/>
          </p:nvPr>
        </p:nvSpPr>
        <p:spPr>
          <a:xfrm>
            <a:off x="1688851" y="12846764"/>
            <a:ext cx="18176600" cy="6631234"/>
          </a:xfrm>
        </p:spPr>
        <p:txBody>
          <a:bodyPr anchor="b"/>
          <a:lstStyle>
            <a:lvl1pPr marL="0" indent="0">
              <a:buNone/>
              <a:defRPr sz="1413"/>
            </a:lvl1pPr>
            <a:lvl2pPr marL="322821" indent="0">
              <a:buNone/>
              <a:defRPr sz="1272"/>
            </a:lvl2pPr>
            <a:lvl3pPr marL="645639" indent="0">
              <a:buNone/>
              <a:defRPr sz="1131"/>
            </a:lvl3pPr>
            <a:lvl4pPr marL="968461" indent="0">
              <a:buNone/>
              <a:defRPr sz="990"/>
            </a:lvl4pPr>
            <a:lvl5pPr marL="1291282" indent="0">
              <a:buNone/>
              <a:defRPr sz="990"/>
            </a:lvl5pPr>
            <a:lvl6pPr marL="1614102" indent="0">
              <a:buNone/>
              <a:defRPr sz="990"/>
            </a:lvl6pPr>
            <a:lvl7pPr marL="1936922" indent="0">
              <a:buNone/>
              <a:defRPr sz="990"/>
            </a:lvl7pPr>
            <a:lvl8pPr marL="2259743" indent="0">
              <a:buNone/>
              <a:defRPr sz="990"/>
            </a:lvl8pPr>
            <a:lvl9pPr marL="2582563" indent="0">
              <a:buNone/>
              <a:defRPr sz="990"/>
            </a:lvl9pPr>
          </a:lstStyle>
          <a:p>
            <a:pPr lvl="0"/>
            <a:r>
              <a:rPr lang="en-US"/>
              <a:t>Click to edit Master text styles</a:t>
            </a:r>
          </a:p>
        </p:txBody>
      </p:sp>
    </p:spTree>
    <p:extLst>
      <p:ext uri="{BB962C8B-B14F-4D97-AF65-F5344CB8AC3E}">
        <p14:creationId xmlns:p14="http://schemas.microsoft.com/office/powerpoint/2010/main" val="3373654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6395" y="4424389"/>
            <a:ext cx="2383817"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2930737" y="4424389"/>
            <a:ext cx="2384760"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63514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25" y="1213698"/>
            <a:ext cx="19244979" cy="505262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24" y="6784951"/>
            <a:ext cx="9447570"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4" name="Content Placeholder 3"/>
          <p:cNvSpPr>
            <a:spLocks noGrp="1"/>
          </p:cNvSpPr>
          <p:nvPr>
            <p:ph sz="half" idx="2"/>
          </p:nvPr>
        </p:nvSpPr>
        <p:spPr>
          <a:xfrm>
            <a:off x="1069324" y="9613350"/>
            <a:ext cx="9447570"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2961" y="6784951"/>
            <a:ext cx="9451342"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6" name="Content Placeholder 5"/>
          <p:cNvSpPr>
            <a:spLocks noGrp="1"/>
          </p:cNvSpPr>
          <p:nvPr>
            <p:ph sz="quarter" idx="4"/>
          </p:nvPr>
        </p:nvSpPr>
        <p:spPr>
          <a:xfrm>
            <a:off x="10862961" y="9613350"/>
            <a:ext cx="9451342"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6379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08475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854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22" y="1207017"/>
            <a:ext cx="7034522" cy="5135495"/>
          </a:xfrm>
        </p:spPr>
        <p:txBody>
          <a:bodyPr anchor="b"/>
          <a:lstStyle>
            <a:lvl1pPr algn="l">
              <a:defRPr sz="1413" b="1"/>
            </a:lvl1pPr>
          </a:lstStyle>
          <a:p>
            <a:r>
              <a:rPr lang="en-US"/>
              <a:t>Click to edit Master title style</a:t>
            </a:r>
            <a:endParaRPr lang="en-GB"/>
          </a:p>
        </p:txBody>
      </p:sp>
      <p:sp>
        <p:nvSpPr>
          <p:cNvPr id="3" name="Content Placeholder 2"/>
          <p:cNvSpPr>
            <a:spLocks noGrp="1"/>
          </p:cNvSpPr>
          <p:nvPr>
            <p:ph idx="1"/>
          </p:nvPr>
        </p:nvSpPr>
        <p:spPr>
          <a:xfrm>
            <a:off x="8360332" y="1207018"/>
            <a:ext cx="11953972" cy="25869962"/>
          </a:xfrm>
        </p:spPr>
        <p:txBody>
          <a:bodyPr/>
          <a:lstStyle>
            <a:lvl1pPr>
              <a:defRPr sz="2262"/>
            </a:lvl1pPr>
            <a:lvl2pPr>
              <a:defRPr sz="1979"/>
            </a:lvl2pPr>
            <a:lvl3pPr>
              <a:defRPr sz="1697"/>
            </a:lvl3pPr>
            <a:lvl4pPr>
              <a:defRPr sz="1413"/>
            </a:lvl4pPr>
            <a:lvl5pPr>
              <a:defRPr sz="1413"/>
            </a:lvl5pPr>
            <a:lvl6pPr>
              <a:defRPr sz="1413"/>
            </a:lvl6pPr>
            <a:lvl7pPr>
              <a:defRPr sz="1413"/>
            </a:lvl7pPr>
            <a:lvl8pPr>
              <a:defRPr sz="1413"/>
            </a:lvl8pPr>
            <a:lvl9pPr>
              <a:defRPr sz="14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22" y="6342514"/>
            <a:ext cx="7034522" cy="2073446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5283903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483" y="21218346"/>
            <a:ext cx="12829987" cy="2504924"/>
          </a:xfrm>
        </p:spPr>
        <p:txBody>
          <a:bodyPr anchor="b"/>
          <a:lstStyle>
            <a:lvl1pPr algn="l">
              <a:defRPr sz="1413" b="1"/>
            </a:lvl1pPr>
          </a:lstStyle>
          <a:p>
            <a:r>
              <a:rPr lang="en-US"/>
              <a:t>Click to edit Master title style</a:t>
            </a:r>
            <a:endParaRPr lang="en-GB"/>
          </a:p>
        </p:txBody>
      </p:sp>
      <p:sp>
        <p:nvSpPr>
          <p:cNvPr id="3" name="Picture Placeholder 2"/>
          <p:cNvSpPr>
            <a:spLocks noGrp="1"/>
          </p:cNvSpPr>
          <p:nvPr>
            <p:ph type="pic" idx="1"/>
          </p:nvPr>
        </p:nvSpPr>
        <p:spPr>
          <a:xfrm>
            <a:off x="4191483" y="2708103"/>
            <a:ext cx="12829987" cy="18186767"/>
          </a:xfrm>
        </p:spPr>
        <p:txBody>
          <a:bodyPr/>
          <a:lstStyle>
            <a:lvl1pPr marL="0" indent="0">
              <a:buNone/>
              <a:defRPr sz="2262"/>
            </a:lvl1pPr>
            <a:lvl2pPr marL="322821" indent="0">
              <a:buNone/>
              <a:defRPr sz="1979"/>
            </a:lvl2pPr>
            <a:lvl3pPr marL="645639" indent="0">
              <a:buNone/>
              <a:defRPr sz="1697"/>
            </a:lvl3pPr>
            <a:lvl4pPr marL="968461" indent="0">
              <a:buNone/>
              <a:defRPr sz="1413"/>
            </a:lvl4pPr>
            <a:lvl5pPr marL="1291282" indent="0">
              <a:buNone/>
              <a:defRPr sz="1413"/>
            </a:lvl5pPr>
            <a:lvl6pPr marL="1614102" indent="0">
              <a:buNone/>
              <a:defRPr sz="1413"/>
            </a:lvl6pPr>
            <a:lvl7pPr marL="1936922" indent="0">
              <a:buNone/>
              <a:defRPr sz="1413"/>
            </a:lvl7pPr>
            <a:lvl8pPr marL="2259743" indent="0">
              <a:buNone/>
              <a:defRPr sz="1413"/>
            </a:lvl8pPr>
            <a:lvl9pPr marL="2582563" indent="0">
              <a:buNone/>
              <a:defRPr sz="1413"/>
            </a:lvl9pPr>
          </a:lstStyle>
          <a:p>
            <a:pPr lvl="0"/>
            <a:endParaRPr lang="en-GB" noProof="0"/>
          </a:p>
        </p:txBody>
      </p:sp>
      <p:sp>
        <p:nvSpPr>
          <p:cNvPr id="4" name="Text Placeholder 3"/>
          <p:cNvSpPr>
            <a:spLocks noGrp="1"/>
          </p:cNvSpPr>
          <p:nvPr>
            <p:ph type="body" sz="half" idx="2"/>
          </p:nvPr>
        </p:nvSpPr>
        <p:spPr>
          <a:xfrm>
            <a:off x="4191483" y="23723268"/>
            <a:ext cx="12829987" cy="355688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35836613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14276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84300" y="1172263"/>
            <a:ext cx="5108986" cy="2848048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6395" y="1172263"/>
            <a:ext cx="15237378" cy="284804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3658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988" y="9416860"/>
            <a:ext cx="18175657" cy="6496229"/>
          </a:xfrm>
        </p:spPr>
        <p:txBody>
          <a:bodyPr/>
          <a:lstStyle/>
          <a:p>
            <a:r>
              <a:rPr lang="en-US"/>
              <a:t>Click to edit Master title style</a:t>
            </a:r>
            <a:endParaRPr lang="en-GB"/>
          </a:p>
        </p:txBody>
      </p:sp>
      <p:sp>
        <p:nvSpPr>
          <p:cNvPr id="3" name="Subtitle 2"/>
          <p:cNvSpPr>
            <a:spLocks noGrp="1"/>
          </p:cNvSpPr>
          <p:nvPr>
            <p:ph type="subTitle" idx="1"/>
          </p:nvPr>
        </p:nvSpPr>
        <p:spPr>
          <a:xfrm>
            <a:off x="3207969" y="17176244"/>
            <a:ext cx="14967690" cy="7747353"/>
          </a:xfrm>
        </p:spPr>
        <p:txBody>
          <a:bodyPr/>
          <a:lstStyle>
            <a:lvl1pPr marL="0" indent="0" algn="ctr">
              <a:buNone/>
              <a:defRPr/>
            </a:lvl1pPr>
            <a:lvl2pPr marL="322821" indent="0" algn="ctr">
              <a:buNone/>
              <a:defRPr/>
            </a:lvl2pPr>
            <a:lvl3pPr marL="645639" indent="0" algn="ctr">
              <a:buNone/>
              <a:defRPr/>
            </a:lvl3pPr>
            <a:lvl4pPr marL="968461" indent="0" algn="ctr">
              <a:buNone/>
              <a:defRPr/>
            </a:lvl4pPr>
            <a:lvl5pPr marL="1291282" indent="0" algn="ctr">
              <a:buNone/>
              <a:defRPr/>
            </a:lvl5pPr>
            <a:lvl6pPr marL="1614102" indent="0" algn="ctr">
              <a:buNone/>
              <a:defRPr/>
            </a:lvl6pPr>
            <a:lvl7pPr marL="1936922" indent="0" algn="ctr">
              <a:buNone/>
              <a:defRPr/>
            </a:lvl7pPr>
            <a:lvl8pPr marL="2259743" indent="0" algn="ctr">
              <a:buNone/>
              <a:defRPr/>
            </a:lvl8pPr>
            <a:lvl9pPr marL="2582563"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050505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616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77994"/>
            <a:ext cx="18176600" cy="6020374"/>
          </a:xfrm>
        </p:spPr>
        <p:txBody>
          <a:bodyPr anchor="t"/>
          <a:lstStyle>
            <a:lvl1pPr algn="l">
              <a:defRPr sz="2827" b="1" cap="all"/>
            </a:lvl1pPr>
          </a:lstStyle>
          <a:p>
            <a:r>
              <a:rPr lang="en-US"/>
              <a:t>Click to edit Master title style</a:t>
            </a:r>
            <a:endParaRPr lang="en-GB"/>
          </a:p>
        </p:txBody>
      </p:sp>
      <p:sp>
        <p:nvSpPr>
          <p:cNvPr id="3" name="Text Placeholder 2"/>
          <p:cNvSpPr>
            <a:spLocks noGrp="1"/>
          </p:cNvSpPr>
          <p:nvPr>
            <p:ph type="body" idx="1"/>
          </p:nvPr>
        </p:nvSpPr>
        <p:spPr>
          <a:xfrm>
            <a:off x="1688851" y="12846764"/>
            <a:ext cx="18176600" cy="6631234"/>
          </a:xfrm>
        </p:spPr>
        <p:txBody>
          <a:bodyPr anchor="b"/>
          <a:lstStyle>
            <a:lvl1pPr marL="0" indent="0">
              <a:buNone/>
              <a:defRPr sz="1413"/>
            </a:lvl1pPr>
            <a:lvl2pPr marL="322821" indent="0">
              <a:buNone/>
              <a:defRPr sz="1272"/>
            </a:lvl2pPr>
            <a:lvl3pPr marL="645639" indent="0">
              <a:buNone/>
              <a:defRPr sz="1131"/>
            </a:lvl3pPr>
            <a:lvl4pPr marL="968461" indent="0">
              <a:buNone/>
              <a:defRPr sz="990"/>
            </a:lvl4pPr>
            <a:lvl5pPr marL="1291282" indent="0">
              <a:buNone/>
              <a:defRPr sz="990"/>
            </a:lvl5pPr>
            <a:lvl6pPr marL="1614102" indent="0">
              <a:buNone/>
              <a:defRPr sz="990"/>
            </a:lvl6pPr>
            <a:lvl7pPr marL="1936922" indent="0">
              <a:buNone/>
              <a:defRPr sz="990"/>
            </a:lvl7pPr>
            <a:lvl8pPr marL="2259743" indent="0">
              <a:buNone/>
              <a:defRPr sz="990"/>
            </a:lvl8pPr>
            <a:lvl9pPr marL="2582563" indent="0">
              <a:buNone/>
              <a:defRPr sz="990"/>
            </a:lvl9pPr>
          </a:lstStyle>
          <a:p>
            <a:pPr lvl="0"/>
            <a:r>
              <a:rPr lang="en-US"/>
              <a:t>Click to edit Master text styles</a:t>
            </a:r>
          </a:p>
        </p:txBody>
      </p:sp>
    </p:spTree>
    <p:extLst>
      <p:ext uri="{BB962C8B-B14F-4D97-AF65-F5344CB8AC3E}">
        <p14:creationId xmlns:p14="http://schemas.microsoft.com/office/powerpoint/2010/main" val="28008909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7584" y="4424389"/>
            <a:ext cx="10232117"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0660224" y="4424389"/>
            <a:ext cx="10233059"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031048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25" y="1213698"/>
            <a:ext cx="19244979" cy="505262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24" y="6784951"/>
            <a:ext cx="9447570"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4" name="Content Placeholder 3"/>
          <p:cNvSpPr>
            <a:spLocks noGrp="1"/>
          </p:cNvSpPr>
          <p:nvPr>
            <p:ph sz="half" idx="2"/>
          </p:nvPr>
        </p:nvSpPr>
        <p:spPr>
          <a:xfrm>
            <a:off x="1069324" y="9613350"/>
            <a:ext cx="9447570"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2961" y="6784951"/>
            <a:ext cx="9451342"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6" name="Content Placeholder 5"/>
          <p:cNvSpPr>
            <a:spLocks noGrp="1"/>
          </p:cNvSpPr>
          <p:nvPr>
            <p:ph sz="quarter" idx="4"/>
          </p:nvPr>
        </p:nvSpPr>
        <p:spPr>
          <a:xfrm>
            <a:off x="10862961" y="9613350"/>
            <a:ext cx="9451342"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31132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321565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2357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22" y="1207017"/>
            <a:ext cx="7034522" cy="5135495"/>
          </a:xfrm>
        </p:spPr>
        <p:txBody>
          <a:bodyPr anchor="b"/>
          <a:lstStyle>
            <a:lvl1pPr algn="l">
              <a:defRPr sz="1413" b="1"/>
            </a:lvl1pPr>
          </a:lstStyle>
          <a:p>
            <a:r>
              <a:rPr lang="en-US"/>
              <a:t>Click to edit Master title style</a:t>
            </a:r>
            <a:endParaRPr lang="en-GB"/>
          </a:p>
        </p:txBody>
      </p:sp>
      <p:sp>
        <p:nvSpPr>
          <p:cNvPr id="3" name="Content Placeholder 2"/>
          <p:cNvSpPr>
            <a:spLocks noGrp="1"/>
          </p:cNvSpPr>
          <p:nvPr>
            <p:ph idx="1"/>
          </p:nvPr>
        </p:nvSpPr>
        <p:spPr>
          <a:xfrm>
            <a:off x="8360332" y="1207018"/>
            <a:ext cx="11953972" cy="25869962"/>
          </a:xfrm>
        </p:spPr>
        <p:txBody>
          <a:bodyPr/>
          <a:lstStyle>
            <a:lvl1pPr>
              <a:defRPr sz="2262"/>
            </a:lvl1pPr>
            <a:lvl2pPr>
              <a:defRPr sz="1979"/>
            </a:lvl2pPr>
            <a:lvl3pPr>
              <a:defRPr sz="1697"/>
            </a:lvl3pPr>
            <a:lvl4pPr>
              <a:defRPr sz="1413"/>
            </a:lvl4pPr>
            <a:lvl5pPr>
              <a:defRPr sz="1413"/>
            </a:lvl5pPr>
            <a:lvl6pPr>
              <a:defRPr sz="1413"/>
            </a:lvl6pPr>
            <a:lvl7pPr>
              <a:defRPr sz="1413"/>
            </a:lvl7pPr>
            <a:lvl8pPr>
              <a:defRPr sz="1413"/>
            </a:lvl8pPr>
            <a:lvl9pPr>
              <a:defRPr sz="14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22" y="6342514"/>
            <a:ext cx="7034522" cy="2073446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6892896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483" y="21218346"/>
            <a:ext cx="12829987" cy="2504924"/>
          </a:xfrm>
        </p:spPr>
        <p:txBody>
          <a:bodyPr anchor="b"/>
          <a:lstStyle>
            <a:lvl1pPr algn="l">
              <a:defRPr sz="1413" b="1"/>
            </a:lvl1pPr>
          </a:lstStyle>
          <a:p>
            <a:r>
              <a:rPr lang="en-US"/>
              <a:t>Click to edit Master title style</a:t>
            </a:r>
            <a:endParaRPr lang="en-GB"/>
          </a:p>
        </p:txBody>
      </p:sp>
      <p:sp>
        <p:nvSpPr>
          <p:cNvPr id="3" name="Picture Placeholder 2"/>
          <p:cNvSpPr>
            <a:spLocks noGrp="1"/>
          </p:cNvSpPr>
          <p:nvPr>
            <p:ph type="pic" idx="1"/>
          </p:nvPr>
        </p:nvSpPr>
        <p:spPr>
          <a:xfrm>
            <a:off x="4191483" y="2708103"/>
            <a:ext cx="12829987" cy="18186767"/>
          </a:xfrm>
        </p:spPr>
        <p:txBody>
          <a:bodyPr/>
          <a:lstStyle>
            <a:lvl1pPr marL="0" indent="0">
              <a:buNone/>
              <a:defRPr sz="2262"/>
            </a:lvl1pPr>
            <a:lvl2pPr marL="322821" indent="0">
              <a:buNone/>
              <a:defRPr sz="1979"/>
            </a:lvl2pPr>
            <a:lvl3pPr marL="645639" indent="0">
              <a:buNone/>
              <a:defRPr sz="1697"/>
            </a:lvl3pPr>
            <a:lvl4pPr marL="968461" indent="0">
              <a:buNone/>
              <a:defRPr sz="1413"/>
            </a:lvl4pPr>
            <a:lvl5pPr marL="1291282" indent="0">
              <a:buNone/>
              <a:defRPr sz="1413"/>
            </a:lvl5pPr>
            <a:lvl6pPr marL="1614102" indent="0">
              <a:buNone/>
              <a:defRPr sz="1413"/>
            </a:lvl6pPr>
            <a:lvl7pPr marL="1936922" indent="0">
              <a:buNone/>
              <a:defRPr sz="1413"/>
            </a:lvl7pPr>
            <a:lvl8pPr marL="2259743" indent="0">
              <a:buNone/>
              <a:defRPr sz="1413"/>
            </a:lvl8pPr>
            <a:lvl9pPr marL="2582563" indent="0">
              <a:buNone/>
              <a:defRPr sz="1413"/>
            </a:lvl9pPr>
          </a:lstStyle>
          <a:p>
            <a:pPr lvl="0"/>
            <a:endParaRPr lang="en-GB" noProof="0"/>
          </a:p>
        </p:txBody>
      </p:sp>
      <p:sp>
        <p:nvSpPr>
          <p:cNvPr id="4" name="Text Placeholder 3"/>
          <p:cNvSpPr>
            <a:spLocks noGrp="1"/>
          </p:cNvSpPr>
          <p:nvPr>
            <p:ph type="body" sz="half" idx="2"/>
          </p:nvPr>
        </p:nvSpPr>
        <p:spPr>
          <a:xfrm>
            <a:off x="4191483" y="23723268"/>
            <a:ext cx="12829987" cy="355688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2061198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0939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55065" y="1172263"/>
            <a:ext cx="5138218" cy="2848048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37584" y="1172263"/>
            <a:ext cx="15326958" cy="284804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1799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EF0F8"/>
        </a:soli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F8C16362-C059-FABB-D148-80BFD3921BFE}"/>
              </a:ext>
            </a:extLst>
          </p:cNvPr>
          <p:cNvSpPr>
            <a:spLocks noChangeArrowheads="1"/>
          </p:cNvSpPr>
          <p:nvPr/>
        </p:nvSpPr>
        <p:spPr bwMode="auto">
          <a:xfrm>
            <a:off x="1" y="0"/>
            <a:ext cx="21383625" cy="374621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1027" name="Rectangle 33">
            <a:extLst>
              <a:ext uri="{FF2B5EF4-FFF2-40B4-BE49-F238E27FC236}">
                <a16:creationId xmlns:a16="http://schemas.microsoft.com/office/drawing/2014/main" id="{03737D59-2334-D5B2-4AB0-D3750D8383F4}"/>
              </a:ext>
            </a:extLst>
          </p:cNvPr>
          <p:cNvSpPr>
            <a:spLocks noChangeArrowheads="1"/>
          </p:cNvSpPr>
          <p:nvPr/>
        </p:nvSpPr>
        <p:spPr bwMode="auto">
          <a:xfrm>
            <a:off x="455689" y="7315198"/>
            <a:ext cx="6583893" cy="22332783"/>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1028" name="Rectangle 15">
            <a:extLst>
              <a:ext uri="{FF2B5EF4-FFF2-40B4-BE49-F238E27FC236}">
                <a16:creationId xmlns:a16="http://schemas.microsoft.com/office/drawing/2014/main" id="{E40C7433-7834-9391-B042-9CA82024F869}"/>
              </a:ext>
            </a:extLst>
          </p:cNvPr>
          <p:cNvSpPr>
            <a:spLocks noGrp="1" noChangeArrowheads="1"/>
          </p:cNvSpPr>
          <p:nvPr>
            <p:ph type="title"/>
          </p:nvPr>
        </p:nvSpPr>
        <p:spPr bwMode="auto">
          <a:xfrm>
            <a:off x="469157" y="1172241"/>
            <a:ext cx="20425110" cy="20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ltLang="en-US"/>
              <a:t>Click to edit Master title style</a:t>
            </a:r>
          </a:p>
        </p:txBody>
      </p:sp>
      <p:sp>
        <p:nvSpPr>
          <p:cNvPr id="1029" name="Rectangle 16">
            <a:extLst>
              <a:ext uri="{FF2B5EF4-FFF2-40B4-BE49-F238E27FC236}">
                <a16:creationId xmlns:a16="http://schemas.microsoft.com/office/drawing/2014/main" id="{A6879AE2-F4A2-D5B9-F4CD-A019405EB985}"/>
              </a:ext>
            </a:extLst>
          </p:cNvPr>
          <p:cNvSpPr>
            <a:spLocks noGrp="1" noChangeArrowheads="1"/>
          </p:cNvSpPr>
          <p:nvPr>
            <p:ph type="body" idx="1"/>
          </p:nvPr>
        </p:nvSpPr>
        <p:spPr bwMode="auto">
          <a:xfrm>
            <a:off x="469157" y="7425181"/>
            <a:ext cx="6570424" cy="2222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1030" name="Rectangle 25">
            <a:extLst>
              <a:ext uri="{FF2B5EF4-FFF2-40B4-BE49-F238E27FC236}">
                <a16:creationId xmlns:a16="http://schemas.microsoft.com/office/drawing/2014/main" id="{2A81182A-12A7-8185-02B9-AAA82605F9A7}"/>
              </a:ext>
            </a:extLst>
          </p:cNvPr>
          <p:cNvSpPr>
            <a:spLocks noChangeArrowheads="1"/>
          </p:cNvSpPr>
          <p:nvPr/>
        </p:nvSpPr>
        <p:spPr bwMode="auto">
          <a:xfrm>
            <a:off x="1" y="0"/>
            <a:ext cx="21383625" cy="303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1031" name="Rectangle 40">
            <a:extLst>
              <a:ext uri="{FF2B5EF4-FFF2-40B4-BE49-F238E27FC236}">
                <a16:creationId xmlns:a16="http://schemas.microsoft.com/office/drawing/2014/main" id="{A500C398-9704-16FA-BD49-F7AB02D72C3F}"/>
              </a:ext>
            </a:extLst>
          </p:cNvPr>
          <p:cNvSpPr>
            <a:spLocks noChangeArrowheads="1"/>
          </p:cNvSpPr>
          <p:nvPr/>
        </p:nvSpPr>
        <p:spPr bwMode="auto">
          <a:xfrm>
            <a:off x="14308129" y="7315200"/>
            <a:ext cx="6586138" cy="22332782"/>
          </a:xfrm>
          <a:prstGeom prst="rect">
            <a:avLst/>
          </a:prstGeom>
          <a:solidFill>
            <a:schemeClr val="bg2"/>
          </a:solidFill>
          <a:ln w="12700">
            <a:solidFill>
              <a:schemeClr val="tx1"/>
            </a:solidFill>
            <a:miter lim="800000"/>
            <a:headEnd/>
            <a:tailEnd/>
          </a:ln>
        </p:spPr>
        <p:txBody>
          <a:bodyPr wrap="none" lIns="64565" tIns="32283" rIns="64565" bIns="32283" anchor="ctr"/>
          <a:lstStyle/>
          <a:p>
            <a:pPr eaLnBrk="1" hangingPunct="1"/>
            <a:endParaRPr lang="en-GB" altLang="en-US" sz="3395"/>
          </a:p>
        </p:txBody>
      </p:sp>
      <p:sp>
        <p:nvSpPr>
          <p:cNvPr id="1032" name="Rectangle 41">
            <a:extLst>
              <a:ext uri="{FF2B5EF4-FFF2-40B4-BE49-F238E27FC236}">
                <a16:creationId xmlns:a16="http://schemas.microsoft.com/office/drawing/2014/main" id="{4D41C715-39BA-BC5B-FDD3-28ED8C4E674D}"/>
              </a:ext>
            </a:extLst>
          </p:cNvPr>
          <p:cNvSpPr>
            <a:spLocks noChangeArrowheads="1"/>
          </p:cNvSpPr>
          <p:nvPr/>
        </p:nvSpPr>
        <p:spPr bwMode="auto">
          <a:xfrm>
            <a:off x="7383030" y="7315200"/>
            <a:ext cx="6581649" cy="22332782"/>
          </a:xfrm>
          <a:prstGeom prst="rect">
            <a:avLst/>
          </a:prstGeom>
          <a:solidFill>
            <a:schemeClr val="bg2"/>
          </a:solidFill>
          <a:ln w="12700">
            <a:solidFill>
              <a:schemeClr val="tx1"/>
            </a:solidFill>
            <a:miter lim="800000"/>
            <a:headEnd/>
            <a:tailEnd/>
          </a:ln>
        </p:spPr>
        <p:txBody>
          <a:bodyPr wrap="none" lIns="64565" tIns="32283" rIns="64565" bIns="32283" anchor="ctr"/>
          <a:lstStyle/>
          <a:p>
            <a:pPr eaLnBrk="1" hangingPunct="1"/>
            <a:endParaRPr lang="en-GB" altLang="en-US" sz="3395"/>
          </a:p>
        </p:txBody>
      </p:sp>
      <p:sp>
        <p:nvSpPr>
          <p:cNvPr id="1033" name="Text Box 14">
            <a:extLst>
              <a:ext uri="{FF2B5EF4-FFF2-40B4-BE49-F238E27FC236}">
                <a16:creationId xmlns:a16="http://schemas.microsoft.com/office/drawing/2014/main" id="{90C4E225-A4EC-5C4B-A9B7-6F385103CBB0}"/>
              </a:ext>
            </a:extLst>
          </p:cNvPr>
          <p:cNvSpPr txBox="1">
            <a:spLocks noChangeArrowheads="1"/>
          </p:cNvSpPr>
          <p:nvPr/>
        </p:nvSpPr>
        <p:spPr bwMode="auto">
          <a:xfrm>
            <a:off x="455689" y="29915730"/>
            <a:ext cx="2336799" cy="109981"/>
          </a:xfrm>
          <a:prstGeom prst="rect">
            <a:avLst/>
          </a:prstGeom>
          <a:noFill/>
          <a:ln>
            <a:noFill/>
          </a:ln>
        </p:spPr>
        <p:txBody>
          <a:bodyPr lIns="52855" tIns="26423" rIns="52855" bIns="26423">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566"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527357" rtl="0" eaLnBrk="0" fontAlgn="base" hangingPunct="0">
        <a:spcBef>
          <a:spcPct val="0"/>
        </a:spcBef>
        <a:spcAft>
          <a:spcPct val="0"/>
        </a:spcAft>
        <a:defRPr sz="5089">
          <a:solidFill>
            <a:srgbClr val="FFFFFF"/>
          </a:solidFill>
          <a:latin typeface="+mj-lt"/>
          <a:ea typeface="MS PGothic" pitchFamily="34" charset="-128"/>
          <a:cs typeface="ＭＳ Ｐゴシック" charset="-128"/>
        </a:defRPr>
      </a:lvl1pPr>
      <a:lvl2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2pPr>
      <a:lvl3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3pPr>
      <a:lvl4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4pPr>
      <a:lvl5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5pPr>
      <a:lvl6pPr marL="322821" algn="ctr" defTabSz="529067" rtl="0" fontAlgn="base">
        <a:spcBef>
          <a:spcPct val="0"/>
        </a:spcBef>
        <a:spcAft>
          <a:spcPct val="0"/>
        </a:spcAft>
        <a:defRPr sz="5089">
          <a:solidFill>
            <a:schemeClr val="tx2"/>
          </a:solidFill>
          <a:latin typeface="Arial Black" charset="0"/>
        </a:defRPr>
      </a:lvl6pPr>
      <a:lvl7pPr marL="645639" algn="ctr" defTabSz="529067" rtl="0" fontAlgn="base">
        <a:spcBef>
          <a:spcPct val="0"/>
        </a:spcBef>
        <a:spcAft>
          <a:spcPct val="0"/>
        </a:spcAft>
        <a:defRPr sz="5089">
          <a:solidFill>
            <a:schemeClr val="tx2"/>
          </a:solidFill>
          <a:latin typeface="Arial Black" charset="0"/>
        </a:defRPr>
      </a:lvl7pPr>
      <a:lvl8pPr marL="968461" algn="ctr" defTabSz="529067" rtl="0" fontAlgn="base">
        <a:spcBef>
          <a:spcPct val="0"/>
        </a:spcBef>
        <a:spcAft>
          <a:spcPct val="0"/>
        </a:spcAft>
        <a:defRPr sz="5089">
          <a:solidFill>
            <a:schemeClr val="tx2"/>
          </a:solidFill>
          <a:latin typeface="Arial Black" charset="0"/>
        </a:defRPr>
      </a:lvl8pPr>
      <a:lvl9pPr marL="1291282" algn="ctr" defTabSz="529067" rtl="0" fontAlgn="base">
        <a:spcBef>
          <a:spcPct val="0"/>
        </a:spcBef>
        <a:spcAft>
          <a:spcPct val="0"/>
        </a:spcAft>
        <a:defRPr sz="5089">
          <a:solidFill>
            <a:schemeClr val="tx2"/>
          </a:solidFill>
          <a:latin typeface="Arial Black" charset="0"/>
        </a:defRPr>
      </a:lvl9pPr>
    </p:titleStyle>
    <p:bodyStyle>
      <a:lvl1pPr marL="197479" indent="-197479"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charset="-128"/>
        </a:defRPr>
      </a:lvl1pPr>
      <a:lvl2pPr marL="426374" indent="-161573"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a:defRPr>
      </a:lvl2pPr>
      <a:lvl3pPr marL="659757" indent="-132401" algn="l" defTabSz="527357" rtl="0" eaLnBrk="0" fontAlgn="base" hangingPunct="0">
        <a:spcBef>
          <a:spcPct val="20000"/>
        </a:spcBef>
        <a:spcAft>
          <a:spcPct val="0"/>
        </a:spcAft>
        <a:buChar char="•"/>
        <a:defRPr sz="1413">
          <a:solidFill>
            <a:schemeClr val="tx1"/>
          </a:solidFill>
          <a:latin typeface="+mn-lt"/>
          <a:ea typeface="MS PGothic" pitchFamily="34" charset="-128"/>
          <a:cs typeface="ＭＳ Ｐゴシック"/>
        </a:defRPr>
      </a:lvl3pPr>
      <a:lvl4pPr marL="9245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4pPr>
      <a:lvl5pPr marL="11893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5pPr>
      <a:lvl6pPr marL="1514343" indent="-132267" algn="l" defTabSz="529067" rtl="0" fontAlgn="base">
        <a:spcBef>
          <a:spcPct val="20000"/>
        </a:spcBef>
        <a:spcAft>
          <a:spcPct val="0"/>
        </a:spcAft>
        <a:buChar char="»"/>
        <a:defRPr sz="1131">
          <a:solidFill>
            <a:schemeClr val="tx1"/>
          </a:solidFill>
          <a:latin typeface="+mn-lt"/>
          <a:ea typeface="ＭＳ Ｐゴシック" charset="-128"/>
        </a:defRPr>
      </a:lvl6pPr>
      <a:lvl7pPr marL="1837163" indent="-132267" algn="l" defTabSz="529067" rtl="0" fontAlgn="base">
        <a:spcBef>
          <a:spcPct val="20000"/>
        </a:spcBef>
        <a:spcAft>
          <a:spcPct val="0"/>
        </a:spcAft>
        <a:buChar char="»"/>
        <a:defRPr sz="1131">
          <a:solidFill>
            <a:schemeClr val="tx1"/>
          </a:solidFill>
          <a:latin typeface="+mn-lt"/>
          <a:ea typeface="ＭＳ Ｐゴシック" charset="-128"/>
        </a:defRPr>
      </a:lvl7pPr>
      <a:lvl8pPr marL="2159982" indent="-132267" algn="l" defTabSz="529067" rtl="0" fontAlgn="base">
        <a:spcBef>
          <a:spcPct val="20000"/>
        </a:spcBef>
        <a:spcAft>
          <a:spcPct val="0"/>
        </a:spcAft>
        <a:buChar char="»"/>
        <a:defRPr sz="1131">
          <a:solidFill>
            <a:schemeClr val="tx1"/>
          </a:solidFill>
          <a:latin typeface="+mn-lt"/>
          <a:ea typeface="ＭＳ Ｐゴシック" charset="-128"/>
        </a:defRPr>
      </a:lvl8pPr>
      <a:lvl9pPr marL="2482803" indent="-132267" algn="l" defTabSz="529067" rtl="0" fontAlgn="base">
        <a:spcBef>
          <a:spcPct val="20000"/>
        </a:spcBef>
        <a:spcAft>
          <a:spcPct val="0"/>
        </a:spcAft>
        <a:buChar char="»"/>
        <a:defRPr sz="1131">
          <a:solidFill>
            <a:schemeClr val="tx1"/>
          </a:solidFill>
          <a:latin typeface="+mn-lt"/>
          <a:ea typeface="ＭＳ Ｐゴシック" charset="-128"/>
        </a:defRPr>
      </a:lvl9pPr>
    </p:bodyStyle>
    <p:otherStyle>
      <a:defPPr>
        <a:defRPr lang="en-GB"/>
      </a:defPPr>
      <a:lvl1pPr marL="0" algn="l" defTabSz="322821" rtl="0" eaLnBrk="1" latinLnBrk="0" hangingPunct="1">
        <a:defRPr sz="1272" kern="1200">
          <a:solidFill>
            <a:schemeClr val="tx1"/>
          </a:solidFill>
          <a:latin typeface="+mn-lt"/>
          <a:ea typeface="+mn-ea"/>
          <a:cs typeface="+mn-cs"/>
        </a:defRPr>
      </a:lvl1pPr>
      <a:lvl2pPr marL="322821" algn="l" defTabSz="322821" rtl="0" eaLnBrk="1" latinLnBrk="0" hangingPunct="1">
        <a:defRPr sz="1272" kern="1200">
          <a:solidFill>
            <a:schemeClr val="tx1"/>
          </a:solidFill>
          <a:latin typeface="+mn-lt"/>
          <a:ea typeface="+mn-ea"/>
          <a:cs typeface="+mn-cs"/>
        </a:defRPr>
      </a:lvl2pPr>
      <a:lvl3pPr marL="645639" algn="l" defTabSz="322821" rtl="0" eaLnBrk="1" latinLnBrk="0" hangingPunct="1">
        <a:defRPr sz="1272" kern="1200">
          <a:solidFill>
            <a:schemeClr val="tx1"/>
          </a:solidFill>
          <a:latin typeface="+mn-lt"/>
          <a:ea typeface="+mn-ea"/>
          <a:cs typeface="+mn-cs"/>
        </a:defRPr>
      </a:lvl3pPr>
      <a:lvl4pPr marL="968461" algn="l" defTabSz="322821" rtl="0" eaLnBrk="1" latinLnBrk="0" hangingPunct="1">
        <a:defRPr sz="1272" kern="1200">
          <a:solidFill>
            <a:schemeClr val="tx1"/>
          </a:solidFill>
          <a:latin typeface="+mn-lt"/>
          <a:ea typeface="+mn-ea"/>
          <a:cs typeface="+mn-cs"/>
        </a:defRPr>
      </a:lvl4pPr>
      <a:lvl5pPr marL="1291282" algn="l" defTabSz="322821" rtl="0" eaLnBrk="1" latinLnBrk="0" hangingPunct="1">
        <a:defRPr sz="1272" kern="1200">
          <a:solidFill>
            <a:schemeClr val="tx1"/>
          </a:solidFill>
          <a:latin typeface="+mn-lt"/>
          <a:ea typeface="+mn-ea"/>
          <a:cs typeface="+mn-cs"/>
        </a:defRPr>
      </a:lvl5pPr>
      <a:lvl6pPr marL="1614102" algn="l" defTabSz="322821" rtl="0" eaLnBrk="1" latinLnBrk="0" hangingPunct="1">
        <a:defRPr sz="1272" kern="1200">
          <a:solidFill>
            <a:schemeClr val="tx1"/>
          </a:solidFill>
          <a:latin typeface="+mn-lt"/>
          <a:ea typeface="+mn-ea"/>
          <a:cs typeface="+mn-cs"/>
        </a:defRPr>
      </a:lvl6pPr>
      <a:lvl7pPr marL="1936922" algn="l" defTabSz="322821" rtl="0" eaLnBrk="1" latinLnBrk="0" hangingPunct="1">
        <a:defRPr sz="1272" kern="1200">
          <a:solidFill>
            <a:schemeClr val="tx1"/>
          </a:solidFill>
          <a:latin typeface="+mn-lt"/>
          <a:ea typeface="+mn-ea"/>
          <a:cs typeface="+mn-cs"/>
        </a:defRPr>
      </a:lvl7pPr>
      <a:lvl8pPr marL="2259743" algn="l" defTabSz="322821" rtl="0" eaLnBrk="1" latinLnBrk="0" hangingPunct="1">
        <a:defRPr sz="1272" kern="1200">
          <a:solidFill>
            <a:schemeClr val="tx1"/>
          </a:solidFill>
          <a:latin typeface="+mn-lt"/>
          <a:ea typeface="+mn-ea"/>
          <a:cs typeface="+mn-cs"/>
        </a:defRPr>
      </a:lvl8pPr>
      <a:lvl9pPr marL="2582563" algn="l" defTabSz="322821" rtl="0" eaLnBrk="1" latinLnBrk="0" hangingPunct="1">
        <a:defRPr sz="127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47" userDrawn="1">
          <p15:clr>
            <a:srgbClr val="F26B43"/>
          </p15:clr>
        </p15:guide>
        <p15:guide id="2" pos="673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CEF0F8"/>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5BB7986-1E38-F491-FB03-CAED227EBCF4}"/>
              </a:ext>
            </a:extLst>
          </p:cNvPr>
          <p:cNvSpPr>
            <a:spLocks noChangeArrowheads="1"/>
          </p:cNvSpPr>
          <p:nvPr/>
        </p:nvSpPr>
        <p:spPr bwMode="auto">
          <a:xfrm>
            <a:off x="1" y="1"/>
            <a:ext cx="21383625" cy="387671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2051" name="Rectangle 3">
            <a:extLst>
              <a:ext uri="{FF2B5EF4-FFF2-40B4-BE49-F238E27FC236}">
                <a16:creationId xmlns:a16="http://schemas.microsoft.com/office/drawing/2014/main" id="{E9369A40-8B15-312F-ED78-4F1851F24AC2}"/>
              </a:ext>
            </a:extLst>
          </p:cNvPr>
          <p:cNvSpPr>
            <a:spLocks noChangeArrowheads="1"/>
          </p:cNvSpPr>
          <p:nvPr/>
        </p:nvSpPr>
        <p:spPr bwMode="auto">
          <a:xfrm>
            <a:off x="457932" y="4423460"/>
            <a:ext cx="4857670"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2052" name="Rectangle 6">
            <a:extLst>
              <a:ext uri="{FF2B5EF4-FFF2-40B4-BE49-F238E27FC236}">
                <a16:creationId xmlns:a16="http://schemas.microsoft.com/office/drawing/2014/main" id="{1FF1E762-EB23-E037-5ACE-4128FEEDD441}"/>
              </a:ext>
            </a:extLst>
          </p:cNvPr>
          <p:cNvSpPr>
            <a:spLocks noGrp="1" noChangeArrowheads="1"/>
          </p:cNvSpPr>
          <p:nvPr>
            <p:ph type="title"/>
          </p:nvPr>
        </p:nvSpPr>
        <p:spPr bwMode="auto">
          <a:xfrm>
            <a:off x="469157" y="1172241"/>
            <a:ext cx="20425110" cy="20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ltLang="en-US"/>
              <a:t>Click to edit Master title style</a:t>
            </a:r>
          </a:p>
        </p:txBody>
      </p:sp>
      <p:sp>
        <p:nvSpPr>
          <p:cNvPr id="2053" name="Rectangle 7">
            <a:extLst>
              <a:ext uri="{FF2B5EF4-FFF2-40B4-BE49-F238E27FC236}">
                <a16:creationId xmlns:a16="http://schemas.microsoft.com/office/drawing/2014/main" id="{C2E5856F-C8AF-4C3D-613A-C40A422CAF32}"/>
              </a:ext>
            </a:extLst>
          </p:cNvPr>
          <p:cNvSpPr>
            <a:spLocks noGrp="1" noChangeArrowheads="1"/>
          </p:cNvSpPr>
          <p:nvPr>
            <p:ph type="body" idx="1"/>
          </p:nvPr>
        </p:nvSpPr>
        <p:spPr bwMode="auto">
          <a:xfrm>
            <a:off x="457932" y="4434711"/>
            <a:ext cx="4857670" cy="2523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2054" name="Rectangle 8">
            <a:extLst>
              <a:ext uri="{FF2B5EF4-FFF2-40B4-BE49-F238E27FC236}">
                <a16:creationId xmlns:a16="http://schemas.microsoft.com/office/drawing/2014/main" id="{E9241A86-FB00-856A-8DC1-8E4EFF7C9940}"/>
              </a:ext>
            </a:extLst>
          </p:cNvPr>
          <p:cNvSpPr>
            <a:spLocks noChangeArrowheads="1"/>
          </p:cNvSpPr>
          <p:nvPr/>
        </p:nvSpPr>
        <p:spPr bwMode="auto">
          <a:xfrm>
            <a:off x="1" y="0"/>
            <a:ext cx="21383625" cy="303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2055" name="Rectangle 9">
            <a:extLst>
              <a:ext uri="{FF2B5EF4-FFF2-40B4-BE49-F238E27FC236}">
                <a16:creationId xmlns:a16="http://schemas.microsoft.com/office/drawing/2014/main" id="{9D7129D7-5E95-591D-D688-DC1DCCED0636}"/>
              </a:ext>
            </a:extLst>
          </p:cNvPr>
          <p:cNvSpPr>
            <a:spLocks noChangeArrowheads="1"/>
          </p:cNvSpPr>
          <p:nvPr/>
        </p:nvSpPr>
        <p:spPr bwMode="auto">
          <a:xfrm>
            <a:off x="5598443" y="4423460"/>
            <a:ext cx="10114908"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2056" name="Rectangle 11">
            <a:extLst>
              <a:ext uri="{FF2B5EF4-FFF2-40B4-BE49-F238E27FC236}">
                <a16:creationId xmlns:a16="http://schemas.microsoft.com/office/drawing/2014/main" id="{3D6F4294-7D02-240D-7D5C-F9B1B76B4775}"/>
              </a:ext>
            </a:extLst>
          </p:cNvPr>
          <p:cNvSpPr>
            <a:spLocks noChangeArrowheads="1"/>
          </p:cNvSpPr>
          <p:nvPr/>
        </p:nvSpPr>
        <p:spPr bwMode="auto">
          <a:xfrm>
            <a:off x="16032108" y="4423460"/>
            <a:ext cx="4862159"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2057" name="Text Box 14">
            <a:extLst>
              <a:ext uri="{FF2B5EF4-FFF2-40B4-BE49-F238E27FC236}">
                <a16:creationId xmlns:a16="http://schemas.microsoft.com/office/drawing/2014/main" id="{C2079EB1-C473-685F-D413-51E5082A04EE}"/>
              </a:ext>
            </a:extLst>
          </p:cNvPr>
          <p:cNvSpPr txBox="1">
            <a:spLocks noChangeArrowheads="1"/>
          </p:cNvSpPr>
          <p:nvPr userDrawn="1"/>
        </p:nvSpPr>
        <p:spPr bwMode="auto">
          <a:xfrm>
            <a:off x="457932" y="29926980"/>
            <a:ext cx="2334555" cy="109981"/>
          </a:xfrm>
          <a:prstGeom prst="rect">
            <a:avLst/>
          </a:prstGeom>
          <a:noFill/>
          <a:ln>
            <a:noFill/>
          </a:ln>
        </p:spPr>
        <p:txBody>
          <a:bodyPr lIns="52855" tIns="26423" rIns="52855" bIns="26423">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566"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527357" rtl="0" eaLnBrk="0" fontAlgn="base" hangingPunct="0">
        <a:spcBef>
          <a:spcPct val="0"/>
        </a:spcBef>
        <a:spcAft>
          <a:spcPct val="0"/>
        </a:spcAft>
        <a:defRPr sz="4948">
          <a:solidFill>
            <a:schemeClr val="bg1"/>
          </a:solidFill>
          <a:latin typeface="+mj-lt"/>
          <a:ea typeface="MS PGothic" pitchFamily="34" charset="-128"/>
          <a:cs typeface="ＭＳ Ｐゴシック" charset="-128"/>
        </a:defRPr>
      </a:lvl1pPr>
      <a:lvl2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2pPr>
      <a:lvl3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3pPr>
      <a:lvl4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4pPr>
      <a:lvl5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5pPr>
      <a:lvl6pPr marL="322821" algn="ctr" defTabSz="529067" rtl="0" fontAlgn="base">
        <a:spcBef>
          <a:spcPct val="0"/>
        </a:spcBef>
        <a:spcAft>
          <a:spcPct val="0"/>
        </a:spcAft>
        <a:defRPr sz="4948">
          <a:solidFill>
            <a:schemeClr val="tx2"/>
          </a:solidFill>
          <a:latin typeface="Arial Black" charset="0"/>
        </a:defRPr>
      </a:lvl6pPr>
      <a:lvl7pPr marL="645639" algn="ctr" defTabSz="529067" rtl="0" fontAlgn="base">
        <a:spcBef>
          <a:spcPct val="0"/>
        </a:spcBef>
        <a:spcAft>
          <a:spcPct val="0"/>
        </a:spcAft>
        <a:defRPr sz="4948">
          <a:solidFill>
            <a:schemeClr val="tx2"/>
          </a:solidFill>
          <a:latin typeface="Arial Black" charset="0"/>
        </a:defRPr>
      </a:lvl7pPr>
      <a:lvl8pPr marL="968461" algn="ctr" defTabSz="529067" rtl="0" fontAlgn="base">
        <a:spcBef>
          <a:spcPct val="0"/>
        </a:spcBef>
        <a:spcAft>
          <a:spcPct val="0"/>
        </a:spcAft>
        <a:defRPr sz="4948">
          <a:solidFill>
            <a:schemeClr val="tx2"/>
          </a:solidFill>
          <a:latin typeface="Arial Black" charset="0"/>
        </a:defRPr>
      </a:lvl8pPr>
      <a:lvl9pPr marL="1291282" algn="ctr" defTabSz="529067" rtl="0" fontAlgn="base">
        <a:spcBef>
          <a:spcPct val="0"/>
        </a:spcBef>
        <a:spcAft>
          <a:spcPct val="0"/>
        </a:spcAft>
        <a:defRPr sz="4948">
          <a:solidFill>
            <a:schemeClr val="tx2"/>
          </a:solidFill>
          <a:latin typeface="Arial Black" charset="0"/>
        </a:defRPr>
      </a:lvl9pPr>
    </p:titleStyle>
    <p:bodyStyle>
      <a:lvl1pPr marL="197479" indent="-197479"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charset="-128"/>
        </a:defRPr>
      </a:lvl1pPr>
      <a:lvl2pPr marL="426374" indent="-161573"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a:defRPr>
      </a:lvl2pPr>
      <a:lvl3pPr marL="659757" indent="-132401" algn="l" defTabSz="527357" rtl="0" eaLnBrk="0" fontAlgn="base" hangingPunct="0">
        <a:spcBef>
          <a:spcPct val="20000"/>
        </a:spcBef>
        <a:spcAft>
          <a:spcPct val="0"/>
        </a:spcAft>
        <a:buChar char="•"/>
        <a:defRPr sz="1413">
          <a:solidFill>
            <a:schemeClr val="tx1"/>
          </a:solidFill>
          <a:latin typeface="+mn-lt"/>
          <a:ea typeface="MS PGothic" pitchFamily="34" charset="-128"/>
          <a:cs typeface="ＭＳ Ｐゴシック"/>
        </a:defRPr>
      </a:lvl3pPr>
      <a:lvl4pPr marL="9245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4pPr>
      <a:lvl5pPr marL="11893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5pPr>
      <a:lvl6pPr marL="1514343" indent="-132267" algn="l" defTabSz="529067" rtl="0" fontAlgn="base">
        <a:spcBef>
          <a:spcPct val="20000"/>
        </a:spcBef>
        <a:spcAft>
          <a:spcPct val="0"/>
        </a:spcAft>
        <a:buChar char="»"/>
        <a:defRPr sz="1131">
          <a:solidFill>
            <a:schemeClr val="tx1"/>
          </a:solidFill>
          <a:latin typeface="+mn-lt"/>
          <a:ea typeface="ＭＳ Ｐゴシック" charset="-128"/>
        </a:defRPr>
      </a:lvl6pPr>
      <a:lvl7pPr marL="1837163" indent="-132267" algn="l" defTabSz="529067" rtl="0" fontAlgn="base">
        <a:spcBef>
          <a:spcPct val="20000"/>
        </a:spcBef>
        <a:spcAft>
          <a:spcPct val="0"/>
        </a:spcAft>
        <a:buChar char="»"/>
        <a:defRPr sz="1131">
          <a:solidFill>
            <a:schemeClr val="tx1"/>
          </a:solidFill>
          <a:latin typeface="+mn-lt"/>
          <a:ea typeface="ＭＳ Ｐゴシック" charset="-128"/>
        </a:defRPr>
      </a:lvl7pPr>
      <a:lvl8pPr marL="2159982" indent="-132267" algn="l" defTabSz="529067" rtl="0" fontAlgn="base">
        <a:spcBef>
          <a:spcPct val="20000"/>
        </a:spcBef>
        <a:spcAft>
          <a:spcPct val="0"/>
        </a:spcAft>
        <a:buChar char="»"/>
        <a:defRPr sz="1131">
          <a:solidFill>
            <a:schemeClr val="tx1"/>
          </a:solidFill>
          <a:latin typeface="+mn-lt"/>
          <a:ea typeface="ＭＳ Ｐゴシック" charset="-128"/>
        </a:defRPr>
      </a:lvl8pPr>
      <a:lvl9pPr marL="2482803" indent="-132267" algn="l" defTabSz="529067" rtl="0" fontAlgn="base">
        <a:spcBef>
          <a:spcPct val="20000"/>
        </a:spcBef>
        <a:spcAft>
          <a:spcPct val="0"/>
        </a:spcAft>
        <a:buChar char="»"/>
        <a:defRPr sz="1131">
          <a:solidFill>
            <a:schemeClr val="tx1"/>
          </a:solidFill>
          <a:latin typeface="+mn-lt"/>
          <a:ea typeface="ＭＳ Ｐゴシック" charset="-128"/>
        </a:defRPr>
      </a:lvl9pPr>
    </p:bodyStyle>
    <p:otherStyle>
      <a:defPPr>
        <a:defRPr lang="en-GB"/>
      </a:defPPr>
      <a:lvl1pPr marL="0" algn="l" defTabSz="322821" rtl="0" eaLnBrk="1" latinLnBrk="0" hangingPunct="1">
        <a:defRPr sz="1272" kern="1200">
          <a:solidFill>
            <a:schemeClr val="tx1"/>
          </a:solidFill>
          <a:latin typeface="+mn-lt"/>
          <a:ea typeface="+mn-ea"/>
          <a:cs typeface="+mn-cs"/>
        </a:defRPr>
      </a:lvl1pPr>
      <a:lvl2pPr marL="322821" algn="l" defTabSz="322821" rtl="0" eaLnBrk="1" latinLnBrk="0" hangingPunct="1">
        <a:defRPr sz="1272" kern="1200">
          <a:solidFill>
            <a:schemeClr val="tx1"/>
          </a:solidFill>
          <a:latin typeface="+mn-lt"/>
          <a:ea typeface="+mn-ea"/>
          <a:cs typeface="+mn-cs"/>
        </a:defRPr>
      </a:lvl2pPr>
      <a:lvl3pPr marL="645639" algn="l" defTabSz="322821" rtl="0" eaLnBrk="1" latinLnBrk="0" hangingPunct="1">
        <a:defRPr sz="1272" kern="1200">
          <a:solidFill>
            <a:schemeClr val="tx1"/>
          </a:solidFill>
          <a:latin typeface="+mn-lt"/>
          <a:ea typeface="+mn-ea"/>
          <a:cs typeface="+mn-cs"/>
        </a:defRPr>
      </a:lvl3pPr>
      <a:lvl4pPr marL="968461" algn="l" defTabSz="322821" rtl="0" eaLnBrk="1" latinLnBrk="0" hangingPunct="1">
        <a:defRPr sz="1272" kern="1200">
          <a:solidFill>
            <a:schemeClr val="tx1"/>
          </a:solidFill>
          <a:latin typeface="+mn-lt"/>
          <a:ea typeface="+mn-ea"/>
          <a:cs typeface="+mn-cs"/>
        </a:defRPr>
      </a:lvl4pPr>
      <a:lvl5pPr marL="1291282" algn="l" defTabSz="322821" rtl="0" eaLnBrk="1" latinLnBrk="0" hangingPunct="1">
        <a:defRPr sz="1272" kern="1200">
          <a:solidFill>
            <a:schemeClr val="tx1"/>
          </a:solidFill>
          <a:latin typeface="+mn-lt"/>
          <a:ea typeface="+mn-ea"/>
          <a:cs typeface="+mn-cs"/>
        </a:defRPr>
      </a:lvl5pPr>
      <a:lvl6pPr marL="1614102" algn="l" defTabSz="322821" rtl="0" eaLnBrk="1" latinLnBrk="0" hangingPunct="1">
        <a:defRPr sz="1272" kern="1200">
          <a:solidFill>
            <a:schemeClr val="tx1"/>
          </a:solidFill>
          <a:latin typeface="+mn-lt"/>
          <a:ea typeface="+mn-ea"/>
          <a:cs typeface="+mn-cs"/>
        </a:defRPr>
      </a:lvl6pPr>
      <a:lvl7pPr marL="1936922" algn="l" defTabSz="322821" rtl="0" eaLnBrk="1" latinLnBrk="0" hangingPunct="1">
        <a:defRPr sz="1272" kern="1200">
          <a:solidFill>
            <a:schemeClr val="tx1"/>
          </a:solidFill>
          <a:latin typeface="+mn-lt"/>
          <a:ea typeface="+mn-ea"/>
          <a:cs typeface="+mn-cs"/>
        </a:defRPr>
      </a:lvl7pPr>
      <a:lvl8pPr marL="2259743" algn="l" defTabSz="322821" rtl="0" eaLnBrk="1" latinLnBrk="0" hangingPunct="1">
        <a:defRPr sz="1272" kern="1200">
          <a:solidFill>
            <a:schemeClr val="tx1"/>
          </a:solidFill>
          <a:latin typeface="+mn-lt"/>
          <a:ea typeface="+mn-ea"/>
          <a:cs typeface="+mn-cs"/>
        </a:defRPr>
      </a:lvl8pPr>
      <a:lvl9pPr marL="2582563" algn="l" defTabSz="322821" rtl="0" eaLnBrk="1" latinLnBrk="0" hangingPunct="1">
        <a:defRPr sz="127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CEF0F8"/>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CEF49E9-803D-0069-80E3-2B630F37517E}"/>
              </a:ext>
            </a:extLst>
          </p:cNvPr>
          <p:cNvSpPr>
            <a:spLocks noChangeArrowheads="1"/>
          </p:cNvSpPr>
          <p:nvPr/>
        </p:nvSpPr>
        <p:spPr bwMode="auto">
          <a:xfrm>
            <a:off x="1" y="1"/>
            <a:ext cx="21383625" cy="387671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3075" name="Rectangle 3">
            <a:extLst>
              <a:ext uri="{FF2B5EF4-FFF2-40B4-BE49-F238E27FC236}">
                <a16:creationId xmlns:a16="http://schemas.microsoft.com/office/drawing/2014/main" id="{FF1BEE99-93AC-C034-19D0-3903532C0A72}"/>
              </a:ext>
            </a:extLst>
          </p:cNvPr>
          <p:cNvSpPr>
            <a:spLocks noChangeArrowheads="1"/>
          </p:cNvSpPr>
          <p:nvPr/>
        </p:nvSpPr>
        <p:spPr bwMode="auto">
          <a:xfrm>
            <a:off x="338961" y="4423460"/>
            <a:ext cx="20640607"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3076" name="Rectangle 6">
            <a:extLst>
              <a:ext uri="{FF2B5EF4-FFF2-40B4-BE49-F238E27FC236}">
                <a16:creationId xmlns:a16="http://schemas.microsoft.com/office/drawing/2014/main" id="{53889B5F-9975-74FA-FD3D-CA23351AA3C1}"/>
              </a:ext>
            </a:extLst>
          </p:cNvPr>
          <p:cNvSpPr>
            <a:spLocks noGrp="1" noChangeArrowheads="1"/>
          </p:cNvSpPr>
          <p:nvPr>
            <p:ph type="title"/>
          </p:nvPr>
        </p:nvSpPr>
        <p:spPr bwMode="auto">
          <a:xfrm>
            <a:off x="469157" y="1172241"/>
            <a:ext cx="20425110" cy="20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ltLang="en-US"/>
              <a:t>Click to edit Master title style</a:t>
            </a:r>
          </a:p>
        </p:txBody>
      </p:sp>
      <p:sp>
        <p:nvSpPr>
          <p:cNvPr id="3077" name="Rectangle 7">
            <a:extLst>
              <a:ext uri="{FF2B5EF4-FFF2-40B4-BE49-F238E27FC236}">
                <a16:creationId xmlns:a16="http://schemas.microsoft.com/office/drawing/2014/main" id="{F34267B4-A971-BA61-305C-E9EB6D32BD93}"/>
              </a:ext>
            </a:extLst>
          </p:cNvPr>
          <p:cNvSpPr>
            <a:spLocks noGrp="1" noChangeArrowheads="1"/>
          </p:cNvSpPr>
          <p:nvPr>
            <p:ph type="body" idx="1"/>
          </p:nvPr>
        </p:nvSpPr>
        <p:spPr bwMode="auto">
          <a:xfrm>
            <a:off x="338961" y="4423460"/>
            <a:ext cx="20555307" cy="25229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3078" name="Rectangle 8">
            <a:extLst>
              <a:ext uri="{FF2B5EF4-FFF2-40B4-BE49-F238E27FC236}">
                <a16:creationId xmlns:a16="http://schemas.microsoft.com/office/drawing/2014/main" id="{1F6EBD1F-5660-F90D-B0FF-A1CF817A42E4}"/>
              </a:ext>
            </a:extLst>
          </p:cNvPr>
          <p:cNvSpPr>
            <a:spLocks noChangeArrowheads="1"/>
          </p:cNvSpPr>
          <p:nvPr/>
        </p:nvSpPr>
        <p:spPr bwMode="auto">
          <a:xfrm>
            <a:off x="1" y="0"/>
            <a:ext cx="21383625" cy="303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3079" name="Text Box 14">
            <a:extLst>
              <a:ext uri="{FF2B5EF4-FFF2-40B4-BE49-F238E27FC236}">
                <a16:creationId xmlns:a16="http://schemas.microsoft.com/office/drawing/2014/main" id="{9E97F7E9-B0EF-BC42-1578-7C357B402096}"/>
              </a:ext>
            </a:extLst>
          </p:cNvPr>
          <p:cNvSpPr txBox="1">
            <a:spLocks noChangeArrowheads="1"/>
          </p:cNvSpPr>
          <p:nvPr userDrawn="1"/>
        </p:nvSpPr>
        <p:spPr bwMode="auto">
          <a:xfrm>
            <a:off x="338960" y="29915730"/>
            <a:ext cx="2334555" cy="109981"/>
          </a:xfrm>
          <a:prstGeom prst="rect">
            <a:avLst/>
          </a:prstGeom>
          <a:noFill/>
          <a:ln>
            <a:noFill/>
          </a:ln>
        </p:spPr>
        <p:txBody>
          <a:bodyPr lIns="52855" tIns="26423" rIns="52855" bIns="26423">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566"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527357" rtl="0" eaLnBrk="0" fontAlgn="base" hangingPunct="0">
        <a:spcBef>
          <a:spcPct val="0"/>
        </a:spcBef>
        <a:spcAft>
          <a:spcPct val="0"/>
        </a:spcAft>
        <a:defRPr sz="4948">
          <a:solidFill>
            <a:schemeClr val="bg1"/>
          </a:solidFill>
          <a:latin typeface="+mj-lt"/>
          <a:ea typeface="MS PGothic" pitchFamily="34" charset="-128"/>
          <a:cs typeface="ＭＳ Ｐゴシック" charset="-128"/>
        </a:defRPr>
      </a:lvl1pPr>
      <a:lvl2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2pPr>
      <a:lvl3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3pPr>
      <a:lvl4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4pPr>
      <a:lvl5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5pPr>
      <a:lvl6pPr marL="322821" algn="ctr" defTabSz="529067" rtl="0" fontAlgn="base">
        <a:spcBef>
          <a:spcPct val="0"/>
        </a:spcBef>
        <a:spcAft>
          <a:spcPct val="0"/>
        </a:spcAft>
        <a:defRPr sz="4948">
          <a:solidFill>
            <a:schemeClr val="tx2"/>
          </a:solidFill>
          <a:latin typeface="Arial Black" charset="0"/>
        </a:defRPr>
      </a:lvl6pPr>
      <a:lvl7pPr marL="645639" algn="ctr" defTabSz="529067" rtl="0" fontAlgn="base">
        <a:spcBef>
          <a:spcPct val="0"/>
        </a:spcBef>
        <a:spcAft>
          <a:spcPct val="0"/>
        </a:spcAft>
        <a:defRPr sz="4948">
          <a:solidFill>
            <a:schemeClr val="tx2"/>
          </a:solidFill>
          <a:latin typeface="Arial Black" charset="0"/>
        </a:defRPr>
      </a:lvl7pPr>
      <a:lvl8pPr marL="968461" algn="ctr" defTabSz="529067" rtl="0" fontAlgn="base">
        <a:spcBef>
          <a:spcPct val="0"/>
        </a:spcBef>
        <a:spcAft>
          <a:spcPct val="0"/>
        </a:spcAft>
        <a:defRPr sz="4948">
          <a:solidFill>
            <a:schemeClr val="tx2"/>
          </a:solidFill>
          <a:latin typeface="Arial Black" charset="0"/>
        </a:defRPr>
      </a:lvl8pPr>
      <a:lvl9pPr marL="1291282" algn="ctr" defTabSz="529067" rtl="0" fontAlgn="base">
        <a:spcBef>
          <a:spcPct val="0"/>
        </a:spcBef>
        <a:spcAft>
          <a:spcPct val="0"/>
        </a:spcAft>
        <a:defRPr sz="4948">
          <a:solidFill>
            <a:schemeClr val="tx2"/>
          </a:solidFill>
          <a:latin typeface="Arial Black" charset="0"/>
        </a:defRPr>
      </a:lvl9pPr>
    </p:titleStyle>
    <p:bodyStyle>
      <a:lvl1pPr marL="197479" indent="-197479"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charset="-128"/>
        </a:defRPr>
      </a:lvl1pPr>
      <a:lvl2pPr marL="426374" indent="-161573"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a:defRPr>
      </a:lvl2pPr>
      <a:lvl3pPr marL="659757" indent="-132401" algn="l" defTabSz="527357" rtl="0" eaLnBrk="0" fontAlgn="base" hangingPunct="0">
        <a:spcBef>
          <a:spcPct val="20000"/>
        </a:spcBef>
        <a:spcAft>
          <a:spcPct val="0"/>
        </a:spcAft>
        <a:buChar char="•"/>
        <a:defRPr sz="1413">
          <a:solidFill>
            <a:schemeClr val="tx1"/>
          </a:solidFill>
          <a:latin typeface="+mn-lt"/>
          <a:ea typeface="MS PGothic" pitchFamily="34" charset="-128"/>
          <a:cs typeface="ＭＳ Ｐゴシック"/>
        </a:defRPr>
      </a:lvl3pPr>
      <a:lvl4pPr marL="9245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4pPr>
      <a:lvl5pPr marL="11893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5pPr>
      <a:lvl6pPr marL="1514343" indent="-132267" algn="l" defTabSz="529067" rtl="0" fontAlgn="base">
        <a:spcBef>
          <a:spcPct val="20000"/>
        </a:spcBef>
        <a:spcAft>
          <a:spcPct val="0"/>
        </a:spcAft>
        <a:buChar char="»"/>
        <a:defRPr sz="1131">
          <a:solidFill>
            <a:schemeClr val="tx1"/>
          </a:solidFill>
          <a:latin typeface="+mn-lt"/>
          <a:ea typeface="ＭＳ Ｐゴシック" charset="-128"/>
        </a:defRPr>
      </a:lvl6pPr>
      <a:lvl7pPr marL="1837163" indent="-132267" algn="l" defTabSz="529067" rtl="0" fontAlgn="base">
        <a:spcBef>
          <a:spcPct val="20000"/>
        </a:spcBef>
        <a:spcAft>
          <a:spcPct val="0"/>
        </a:spcAft>
        <a:buChar char="»"/>
        <a:defRPr sz="1131">
          <a:solidFill>
            <a:schemeClr val="tx1"/>
          </a:solidFill>
          <a:latin typeface="+mn-lt"/>
          <a:ea typeface="ＭＳ Ｐゴシック" charset="-128"/>
        </a:defRPr>
      </a:lvl7pPr>
      <a:lvl8pPr marL="2159982" indent="-132267" algn="l" defTabSz="529067" rtl="0" fontAlgn="base">
        <a:spcBef>
          <a:spcPct val="20000"/>
        </a:spcBef>
        <a:spcAft>
          <a:spcPct val="0"/>
        </a:spcAft>
        <a:buChar char="»"/>
        <a:defRPr sz="1131">
          <a:solidFill>
            <a:schemeClr val="tx1"/>
          </a:solidFill>
          <a:latin typeface="+mn-lt"/>
          <a:ea typeface="ＭＳ Ｐゴシック" charset="-128"/>
        </a:defRPr>
      </a:lvl8pPr>
      <a:lvl9pPr marL="2482803" indent="-132267" algn="l" defTabSz="529067" rtl="0" fontAlgn="base">
        <a:spcBef>
          <a:spcPct val="20000"/>
        </a:spcBef>
        <a:spcAft>
          <a:spcPct val="0"/>
        </a:spcAft>
        <a:buChar char="»"/>
        <a:defRPr sz="1131">
          <a:solidFill>
            <a:schemeClr val="tx1"/>
          </a:solidFill>
          <a:latin typeface="+mn-lt"/>
          <a:ea typeface="ＭＳ Ｐゴシック" charset="-128"/>
        </a:defRPr>
      </a:lvl9pPr>
    </p:bodyStyle>
    <p:otherStyle>
      <a:defPPr>
        <a:defRPr lang="en-GB"/>
      </a:defPPr>
      <a:lvl1pPr marL="0" algn="l" defTabSz="322821" rtl="0" eaLnBrk="1" latinLnBrk="0" hangingPunct="1">
        <a:defRPr sz="1272" kern="1200">
          <a:solidFill>
            <a:schemeClr val="tx1"/>
          </a:solidFill>
          <a:latin typeface="+mn-lt"/>
          <a:ea typeface="+mn-ea"/>
          <a:cs typeface="+mn-cs"/>
        </a:defRPr>
      </a:lvl1pPr>
      <a:lvl2pPr marL="322821" algn="l" defTabSz="322821" rtl="0" eaLnBrk="1" latinLnBrk="0" hangingPunct="1">
        <a:defRPr sz="1272" kern="1200">
          <a:solidFill>
            <a:schemeClr val="tx1"/>
          </a:solidFill>
          <a:latin typeface="+mn-lt"/>
          <a:ea typeface="+mn-ea"/>
          <a:cs typeface="+mn-cs"/>
        </a:defRPr>
      </a:lvl2pPr>
      <a:lvl3pPr marL="645639" algn="l" defTabSz="322821" rtl="0" eaLnBrk="1" latinLnBrk="0" hangingPunct="1">
        <a:defRPr sz="1272" kern="1200">
          <a:solidFill>
            <a:schemeClr val="tx1"/>
          </a:solidFill>
          <a:latin typeface="+mn-lt"/>
          <a:ea typeface="+mn-ea"/>
          <a:cs typeface="+mn-cs"/>
        </a:defRPr>
      </a:lvl3pPr>
      <a:lvl4pPr marL="968461" algn="l" defTabSz="322821" rtl="0" eaLnBrk="1" latinLnBrk="0" hangingPunct="1">
        <a:defRPr sz="1272" kern="1200">
          <a:solidFill>
            <a:schemeClr val="tx1"/>
          </a:solidFill>
          <a:latin typeface="+mn-lt"/>
          <a:ea typeface="+mn-ea"/>
          <a:cs typeface="+mn-cs"/>
        </a:defRPr>
      </a:lvl4pPr>
      <a:lvl5pPr marL="1291282" algn="l" defTabSz="322821" rtl="0" eaLnBrk="1" latinLnBrk="0" hangingPunct="1">
        <a:defRPr sz="1272" kern="1200">
          <a:solidFill>
            <a:schemeClr val="tx1"/>
          </a:solidFill>
          <a:latin typeface="+mn-lt"/>
          <a:ea typeface="+mn-ea"/>
          <a:cs typeface="+mn-cs"/>
        </a:defRPr>
      </a:lvl5pPr>
      <a:lvl6pPr marL="1614102" algn="l" defTabSz="322821" rtl="0" eaLnBrk="1" latinLnBrk="0" hangingPunct="1">
        <a:defRPr sz="1272" kern="1200">
          <a:solidFill>
            <a:schemeClr val="tx1"/>
          </a:solidFill>
          <a:latin typeface="+mn-lt"/>
          <a:ea typeface="+mn-ea"/>
          <a:cs typeface="+mn-cs"/>
        </a:defRPr>
      </a:lvl6pPr>
      <a:lvl7pPr marL="1936922" algn="l" defTabSz="322821" rtl="0" eaLnBrk="1" latinLnBrk="0" hangingPunct="1">
        <a:defRPr sz="1272" kern="1200">
          <a:solidFill>
            <a:schemeClr val="tx1"/>
          </a:solidFill>
          <a:latin typeface="+mn-lt"/>
          <a:ea typeface="+mn-ea"/>
          <a:cs typeface="+mn-cs"/>
        </a:defRPr>
      </a:lvl7pPr>
      <a:lvl8pPr marL="2259743" algn="l" defTabSz="322821" rtl="0" eaLnBrk="1" latinLnBrk="0" hangingPunct="1">
        <a:defRPr sz="1272" kern="1200">
          <a:solidFill>
            <a:schemeClr val="tx1"/>
          </a:solidFill>
          <a:latin typeface="+mn-lt"/>
          <a:ea typeface="+mn-ea"/>
          <a:cs typeface="+mn-cs"/>
        </a:defRPr>
      </a:lvl8pPr>
      <a:lvl9pPr marL="2582563" algn="l" defTabSz="322821" rtl="0" eaLnBrk="1" latinLnBrk="0" hangingPunct="1">
        <a:defRPr sz="12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18" Type="http://schemas.openxmlformats.org/officeDocument/2006/relationships/image" Target="../media/image13.png"/><Relationship Id="rId3" Type="http://schemas.openxmlformats.org/officeDocument/2006/relationships/hyperlink" Target="https://circuitdigest.com/electronic-circuits/ir-transmitter-and-receiver-circuit" TargetMode="External"/><Relationship Id="rId21" Type="http://schemas.openxmlformats.org/officeDocument/2006/relationships/image" Target="../media/image16.png"/><Relationship Id="rId7" Type="http://schemas.openxmlformats.org/officeDocument/2006/relationships/image" Target="../media/image2.png"/><Relationship Id="rId12" Type="http://schemas.openxmlformats.org/officeDocument/2006/relationships/image" Target="../media/image7.png"/><Relationship Id="rId17" Type="http://schemas.openxmlformats.org/officeDocument/2006/relationships/image" Target="../media/image12.png"/><Relationship Id="rId2" Type="http://schemas.openxmlformats.org/officeDocument/2006/relationships/notesSlide" Target="../notesSlides/notesSlide1.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slideLayout" Target="../slideLayouts/slideLayout6.xml"/><Relationship Id="rId6" Type="http://schemas.microsoft.com/office/2007/relationships/hdphoto" Target="../media/hdphoto1.wdp"/><Relationship Id="rId11" Type="http://schemas.openxmlformats.org/officeDocument/2006/relationships/image" Target="../media/image6.png"/><Relationship Id="rId5" Type="http://schemas.openxmlformats.org/officeDocument/2006/relationships/image" Target="../media/image1.png"/><Relationship Id="rId15" Type="http://schemas.openxmlformats.org/officeDocument/2006/relationships/image" Target="../media/image10.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hyperlink" Target="https://theorycircuit.com/ic-555-ic-741/vibration-alarm-circuit-using-timer-ic-555/" TargetMode="External"/><Relationship Id="rId9" Type="http://schemas.openxmlformats.org/officeDocument/2006/relationships/image" Target="../media/image4.pn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829B"/>
        </a:solidFill>
        <a:effectLst/>
      </p:bgPr>
    </p:bg>
    <p:spTree>
      <p:nvGrpSpPr>
        <p:cNvPr id="1" name=""/>
        <p:cNvGrpSpPr/>
        <p:nvPr/>
      </p:nvGrpSpPr>
      <p:grpSpPr>
        <a:xfrm>
          <a:off x="0" y="0"/>
          <a:ext cx="0" cy="0"/>
          <a:chOff x="0" y="0"/>
          <a:chExt cx="0" cy="0"/>
        </a:xfrm>
      </p:grpSpPr>
      <p:sp>
        <p:nvSpPr>
          <p:cNvPr id="5122" name="Rectangle 5">
            <a:extLst>
              <a:ext uri="{FF2B5EF4-FFF2-40B4-BE49-F238E27FC236}">
                <a16:creationId xmlns:a16="http://schemas.microsoft.com/office/drawing/2014/main" id="{64BF2443-1C69-6150-CCD3-9D68D3097CE9}"/>
              </a:ext>
            </a:extLst>
          </p:cNvPr>
          <p:cNvSpPr>
            <a:spLocks noChangeArrowheads="1"/>
          </p:cNvSpPr>
          <p:nvPr/>
        </p:nvSpPr>
        <p:spPr bwMode="auto">
          <a:xfrm>
            <a:off x="456431" y="4353568"/>
            <a:ext cx="20504724" cy="245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2842" tIns="26416" rIns="52842" bIns="26416"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ts val="848"/>
              </a:spcBef>
              <a:buNone/>
            </a:pPr>
            <a:r>
              <a:rPr lang="en-US" sz="4000" b="1" dirty="0">
                <a:solidFill>
                  <a:srgbClr val="000000"/>
                </a:solidFill>
                <a:latin typeface="Times New Roman"/>
                <a:ea typeface="MS PGothic"/>
                <a:cs typeface="Times New Roman"/>
              </a:rPr>
              <a:t>A Wireless Hand Gesture-Controlled Wheelchair</a:t>
            </a:r>
          </a:p>
          <a:p>
            <a:pPr algn="ctr">
              <a:spcBef>
                <a:spcPts val="848"/>
              </a:spcBef>
              <a:buNone/>
            </a:pPr>
            <a:r>
              <a:rPr lang="en-US" altLang="en-US" sz="3200" dirty="0">
                <a:solidFill>
                  <a:srgbClr val="000000"/>
                </a:solidFill>
                <a:latin typeface="Times New Roman"/>
                <a:ea typeface="MS PGothic"/>
                <a:cs typeface="Times New Roman"/>
              </a:rPr>
              <a:t>CB.EN.U4ECE23121 – I Sahithi</a:t>
            </a:r>
          </a:p>
          <a:p>
            <a:pPr algn="ctr">
              <a:spcBef>
                <a:spcPts val="848"/>
              </a:spcBef>
              <a:buNone/>
            </a:pPr>
            <a:r>
              <a:rPr lang="en-US" altLang="en-US" sz="3200" dirty="0">
                <a:solidFill>
                  <a:srgbClr val="000000"/>
                </a:solidFill>
                <a:latin typeface="Times New Roman"/>
                <a:ea typeface="MS PGothic"/>
                <a:cs typeface="Times New Roman"/>
              </a:rPr>
              <a:t>CB.EN.U4ECE23132 – Rithigaa Shree T</a:t>
            </a:r>
            <a:endParaRPr lang="en-US" sz="3200" dirty="0">
              <a:cs typeface="Arial"/>
            </a:endParaRPr>
          </a:p>
          <a:p>
            <a:pPr algn="ctr">
              <a:spcBef>
                <a:spcPts val="848"/>
              </a:spcBef>
              <a:buNone/>
            </a:pPr>
            <a:r>
              <a:rPr lang="en-US" altLang="en-US" sz="3200" dirty="0">
                <a:solidFill>
                  <a:srgbClr val="000000"/>
                </a:solidFill>
                <a:latin typeface="Times New Roman"/>
                <a:ea typeface="MS PGothic"/>
                <a:cs typeface="Times New Roman"/>
              </a:rPr>
              <a:t>  CB.EN.U4ECE23143 – Sruthi Sakthivel</a:t>
            </a:r>
            <a:endParaRPr lang="en-US" sz="3200" dirty="0">
              <a:cs typeface="Arial"/>
            </a:endParaRPr>
          </a:p>
        </p:txBody>
      </p:sp>
      <p:sp>
        <p:nvSpPr>
          <p:cNvPr id="5123" name="Text Box 471">
            <a:extLst>
              <a:ext uri="{FF2B5EF4-FFF2-40B4-BE49-F238E27FC236}">
                <a16:creationId xmlns:a16="http://schemas.microsoft.com/office/drawing/2014/main" id="{B1680ACE-E177-2874-56B9-595671834CDA}"/>
              </a:ext>
            </a:extLst>
          </p:cNvPr>
          <p:cNvSpPr txBox="1">
            <a:spLocks noChangeArrowheads="1"/>
          </p:cNvSpPr>
          <p:nvPr/>
        </p:nvSpPr>
        <p:spPr bwMode="auto">
          <a:xfrm>
            <a:off x="458674" y="7308869"/>
            <a:ext cx="6586461"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a:solidFill>
                  <a:schemeClr val="bg1"/>
                </a:solidFill>
                <a:latin typeface="Times New Roman"/>
                <a:ea typeface="MS PGothic"/>
                <a:cs typeface="Times New Roman"/>
              </a:rPr>
              <a:t>PROBLEM STATEMENT</a:t>
            </a:r>
            <a:endParaRPr lang="en-US" altLang="en-US" sz="2545" b="1">
              <a:solidFill>
                <a:schemeClr val="bg1"/>
              </a:solidFill>
              <a:latin typeface="Times New Roman"/>
              <a:cs typeface="Times New Roman"/>
            </a:endParaRPr>
          </a:p>
        </p:txBody>
      </p:sp>
      <p:sp>
        <p:nvSpPr>
          <p:cNvPr id="5134" name="Rectangle 3">
            <a:extLst>
              <a:ext uri="{FF2B5EF4-FFF2-40B4-BE49-F238E27FC236}">
                <a16:creationId xmlns:a16="http://schemas.microsoft.com/office/drawing/2014/main" id="{3C32858C-3C00-45CF-AFD3-681FBF1D23E3}"/>
              </a:ext>
            </a:extLst>
          </p:cNvPr>
          <p:cNvSpPr>
            <a:spLocks noChangeArrowheads="1"/>
          </p:cNvSpPr>
          <p:nvPr/>
        </p:nvSpPr>
        <p:spPr bwMode="auto">
          <a:xfrm>
            <a:off x="552928" y="15705670"/>
            <a:ext cx="6397955" cy="440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1797050">
              <a:defRPr sz="1200">
                <a:solidFill>
                  <a:schemeClr val="tx1"/>
                </a:solidFill>
                <a:latin typeface="Arial Narrow" panose="020B0604020202020204" pitchFamily="34" charset="0"/>
                <a:ea typeface="MS PGothic" panose="020B0600070205080204" pitchFamily="34" charset="-128"/>
              </a:defRPr>
            </a:lvl1pPr>
            <a:lvl2pPr defTabSz="1797050">
              <a:defRPr sz="1200">
                <a:solidFill>
                  <a:schemeClr val="tx1"/>
                </a:solidFill>
                <a:latin typeface="Arial Narrow" panose="020B0604020202020204" pitchFamily="34" charset="0"/>
                <a:ea typeface="MS PGothic" panose="020B0600070205080204" pitchFamily="34" charset="-128"/>
              </a:defRPr>
            </a:lvl2pPr>
            <a:lvl3pPr defTabSz="1797050">
              <a:defRPr sz="1200">
                <a:solidFill>
                  <a:schemeClr val="tx1"/>
                </a:solidFill>
                <a:latin typeface="Arial Narrow" panose="020B0604020202020204" pitchFamily="34" charset="0"/>
                <a:ea typeface="MS PGothic" panose="020B0600070205080204" pitchFamily="34" charset="-128"/>
              </a:defRPr>
            </a:lvl3pPr>
            <a:lvl4pPr defTabSz="1797050">
              <a:defRPr sz="1200">
                <a:solidFill>
                  <a:schemeClr val="tx1"/>
                </a:solidFill>
                <a:latin typeface="Arial Narrow" panose="020B0604020202020204" pitchFamily="34" charset="0"/>
                <a:ea typeface="MS PGothic" panose="020B0600070205080204" pitchFamily="34" charset="-128"/>
              </a:defRPr>
            </a:lvl4pPr>
            <a:lvl5pPr defTabSz="1797050">
              <a:defRPr sz="1200">
                <a:solidFill>
                  <a:schemeClr val="tx1"/>
                </a:solidFill>
                <a:latin typeface="Arial Narrow" panose="020B0604020202020204" pitchFamily="34" charset="0"/>
                <a:ea typeface="MS PGothic" panose="020B0600070205080204" pitchFamily="34" charset="-128"/>
              </a:defRPr>
            </a:lvl5pPr>
            <a:lvl6pPr marL="13700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6pPr>
            <a:lvl7pPr marL="18272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7pPr>
            <a:lvl8pPr marL="22844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8pPr>
            <a:lvl9pPr marL="27416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9pPr>
          </a:lstStyle>
          <a:p>
            <a:pPr eaLnBrk="1" hangingPunct="1">
              <a:spcAft>
                <a:spcPts val="848"/>
              </a:spcAft>
              <a:buFont typeface="Wingdings" pitchFamily="2" charset="2"/>
              <a:buChar char="v"/>
            </a:pPr>
            <a:endParaRPr lang="en-US" altLang="en-US" sz="2262">
              <a:solidFill>
                <a:schemeClr val="tx2"/>
              </a:solidFill>
              <a:latin typeface="Arial" panose="020B0604020202020204" pitchFamily="34" charset="0"/>
            </a:endParaRPr>
          </a:p>
        </p:txBody>
      </p:sp>
      <p:sp>
        <p:nvSpPr>
          <p:cNvPr id="5137" name="Text Box 561">
            <a:extLst>
              <a:ext uri="{FF2B5EF4-FFF2-40B4-BE49-F238E27FC236}">
                <a16:creationId xmlns:a16="http://schemas.microsoft.com/office/drawing/2014/main" id="{32574D89-BA89-C7C6-5E80-9A0A3B516774}"/>
              </a:ext>
            </a:extLst>
          </p:cNvPr>
          <p:cNvSpPr txBox="1">
            <a:spLocks noChangeArrowheads="1"/>
          </p:cNvSpPr>
          <p:nvPr/>
        </p:nvSpPr>
        <p:spPr bwMode="auto">
          <a:xfrm>
            <a:off x="14302475" y="21735338"/>
            <a:ext cx="6581972"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2855" tIns="26423" rIns="52855" bIns="26423">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en-US" sz="2545" b="1">
                <a:solidFill>
                  <a:schemeClr val="bg1"/>
                </a:solidFill>
                <a:latin typeface="Times New Roman" panose="02020603050405020304" pitchFamily="18" charset="0"/>
                <a:cs typeface="Times New Roman" panose="02020603050405020304" pitchFamily="18" charset="0"/>
              </a:rPr>
              <a:t>REFERENCES</a:t>
            </a:r>
          </a:p>
        </p:txBody>
      </p:sp>
      <p:sp>
        <p:nvSpPr>
          <p:cNvPr id="5138" name="Text Box 473">
            <a:extLst>
              <a:ext uri="{FF2B5EF4-FFF2-40B4-BE49-F238E27FC236}">
                <a16:creationId xmlns:a16="http://schemas.microsoft.com/office/drawing/2014/main" id="{38F9B2DF-740A-A678-E5CE-4A8FFCDE0025}"/>
              </a:ext>
            </a:extLst>
          </p:cNvPr>
          <p:cNvSpPr txBox="1">
            <a:spLocks noChangeArrowheads="1"/>
          </p:cNvSpPr>
          <p:nvPr/>
        </p:nvSpPr>
        <p:spPr bwMode="auto">
          <a:xfrm rot="10800000" flipV="1">
            <a:off x="436129" y="13289134"/>
            <a:ext cx="6629073"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dirty="0">
                <a:solidFill>
                  <a:schemeClr val="bg1"/>
                </a:solidFill>
                <a:latin typeface="Times New Roman"/>
                <a:ea typeface="MS PGothic"/>
                <a:cs typeface="Times New Roman"/>
              </a:rPr>
              <a:t>APPROACH /  DESIGN/ METHODOLOGY</a:t>
            </a:r>
            <a:endParaRPr lang="en-US" altLang="en-US" sz="2545" b="1" dirty="0">
              <a:solidFill>
                <a:schemeClr val="bg1"/>
              </a:solidFill>
              <a:latin typeface="Times New Roman" panose="02020603050405020304" pitchFamily="18" charset="0"/>
              <a:cs typeface="Times New Roman" panose="02020603050405020304" pitchFamily="18" charset="0"/>
            </a:endParaRPr>
          </a:p>
        </p:txBody>
      </p:sp>
      <p:sp>
        <p:nvSpPr>
          <p:cNvPr id="5153" name="Rectangle 6">
            <a:extLst>
              <a:ext uri="{FF2B5EF4-FFF2-40B4-BE49-F238E27FC236}">
                <a16:creationId xmlns:a16="http://schemas.microsoft.com/office/drawing/2014/main" id="{A849B911-ED41-8303-FE57-B52C6BF38EFB}"/>
              </a:ext>
            </a:extLst>
          </p:cNvPr>
          <p:cNvSpPr>
            <a:spLocks noChangeArrowheads="1"/>
          </p:cNvSpPr>
          <p:nvPr/>
        </p:nvSpPr>
        <p:spPr bwMode="auto">
          <a:xfrm>
            <a:off x="14334572" y="22199577"/>
            <a:ext cx="6549875" cy="7517160"/>
          </a:xfrm>
          <a:prstGeom prst="rect">
            <a:avLst/>
          </a:prstGeom>
          <a:noFill/>
          <a:ln>
            <a:noFill/>
          </a:ln>
        </p:spPr>
        <p:txBody>
          <a:bodyPr wrap="square" lIns="129261" tIns="64630" rIns="129261" bIns="64630" anchor="t">
            <a:spAutoFit/>
          </a:bodyPr>
          <a:lstStyle>
            <a:lvl1pPr marL="285750" indent="-285750">
              <a:defRPr sz="1200">
                <a:solidFill>
                  <a:schemeClr val="tx1"/>
                </a:solidFill>
                <a:latin typeface="Arial Narrow" panose="020B0606020202030204" pitchFamily="34" charset="0"/>
                <a:ea typeface="MS PGothic" panose="020B0600070205080204" pitchFamily="34" charset="-128"/>
              </a:defRPr>
            </a:lvl1pPr>
            <a:lvl2pPr>
              <a:defRPr sz="1200">
                <a:solidFill>
                  <a:schemeClr val="tx1"/>
                </a:solidFill>
                <a:latin typeface="Arial Narrow" panose="020B0606020202030204" pitchFamily="34" charset="0"/>
                <a:ea typeface="MS PGothic" panose="020B0600070205080204" pitchFamily="34" charset="-128"/>
              </a:defRPr>
            </a:lvl2pPr>
            <a:lvl3pPr>
              <a:defRPr sz="1200">
                <a:solidFill>
                  <a:schemeClr val="tx1"/>
                </a:solidFill>
                <a:latin typeface="Arial Narrow" panose="020B0606020202030204" pitchFamily="34" charset="0"/>
                <a:ea typeface="MS PGothic" panose="020B0600070205080204" pitchFamily="34" charset="-128"/>
              </a:defRPr>
            </a:lvl3pPr>
            <a:lvl4pPr>
              <a:defRPr sz="1200">
                <a:solidFill>
                  <a:schemeClr val="tx1"/>
                </a:solidFill>
                <a:latin typeface="Arial Narrow" panose="020B0606020202030204" pitchFamily="34" charset="0"/>
                <a:ea typeface="MS PGothic" panose="020B0600070205080204" pitchFamily="34" charset="-128"/>
              </a:defRPr>
            </a:lvl4pPr>
            <a:lvl5pPr>
              <a:defRPr sz="1200">
                <a:solidFill>
                  <a:schemeClr val="tx1"/>
                </a:solidFill>
                <a:latin typeface="Arial Narrow" panose="020B0606020202030204" pitchFamily="34" charset="0"/>
                <a:ea typeface="MS PGothic" panose="020B0600070205080204" pitchFamily="34" charset="-128"/>
              </a:defRPr>
            </a:lvl5pPr>
            <a:lvl6pPr marL="1370013" indent="377825" eaLnBrk="0" fontAlgn="base" hangingPunct="0">
              <a:spcBef>
                <a:spcPct val="0"/>
              </a:spcBef>
              <a:spcAft>
                <a:spcPct val="0"/>
              </a:spcAft>
              <a:defRPr sz="1200">
                <a:solidFill>
                  <a:schemeClr val="tx1"/>
                </a:solidFill>
                <a:latin typeface="Arial Narrow" panose="020B0606020202030204" pitchFamily="34" charset="0"/>
                <a:ea typeface="MS PGothic" panose="020B0600070205080204" pitchFamily="34" charset="-128"/>
              </a:defRPr>
            </a:lvl6pPr>
            <a:lvl7pPr marL="1827213" indent="377825" eaLnBrk="0" fontAlgn="base" hangingPunct="0">
              <a:spcBef>
                <a:spcPct val="0"/>
              </a:spcBef>
              <a:spcAft>
                <a:spcPct val="0"/>
              </a:spcAft>
              <a:defRPr sz="1200">
                <a:solidFill>
                  <a:schemeClr val="tx1"/>
                </a:solidFill>
                <a:latin typeface="Arial Narrow" panose="020B0606020202030204" pitchFamily="34" charset="0"/>
                <a:ea typeface="MS PGothic" panose="020B0600070205080204" pitchFamily="34" charset="-128"/>
              </a:defRPr>
            </a:lvl7pPr>
            <a:lvl8pPr marL="2284413" indent="377825" eaLnBrk="0" fontAlgn="base" hangingPunct="0">
              <a:spcBef>
                <a:spcPct val="0"/>
              </a:spcBef>
              <a:spcAft>
                <a:spcPct val="0"/>
              </a:spcAft>
              <a:defRPr sz="1200">
                <a:solidFill>
                  <a:schemeClr val="tx1"/>
                </a:solidFill>
                <a:latin typeface="Arial Narrow" panose="020B0606020202030204" pitchFamily="34" charset="0"/>
                <a:ea typeface="MS PGothic" panose="020B0600070205080204" pitchFamily="34" charset="-128"/>
              </a:defRPr>
            </a:lvl8pPr>
            <a:lvl9pPr marL="2741613" indent="377825" eaLnBrk="0" fontAlgn="base" hangingPunct="0">
              <a:spcBef>
                <a:spcPct val="0"/>
              </a:spcBef>
              <a:spcAft>
                <a:spcPct val="0"/>
              </a:spcAft>
              <a:defRPr sz="1200">
                <a:solidFill>
                  <a:schemeClr val="tx1"/>
                </a:solidFill>
                <a:latin typeface="Arial Narrow" panose="020B0606020202030204" pitchFamily="34" charset="0"/>
                <a:ea typeface="MS PGothic" panose="020B0600070205080204" pitchFamily="34" charset="-128"/>
              </a:defRPr>
            </a:lvl9pPr>
          </a:lstStyle>
          <a:p>
            <a:pPr marL="342900" indent="-342900" algn="just">
              <a:buFont typeface="Arial" panose="020B0604020202020204" pitchFamily="34" charset="0"/>
              <a:buChar char="•"/>
              <a:tabLst>
                <a:tab pos="219022" algn="l"/>
              </a:tabLst>
            </a:pPr>
            <a:r>
              <a:rPr lang="en-US" sz="2000" dirty="0">
                <a:solidFill>
                  <a:schemeClr val="tx2"/>
                </a:solidFill>
                <a:latin typeface="Times New Roman"/>
                <a:ea typeface="MS PGothic"/>
                <a:cs typeface="Times New Roman"/>
              </a:rPr>
              <a:t>M. R. Huda, "Developing a real-time hand-gesture recognition technique for smart wheelchair control system," </a:t>
            </a:r>
            <a:r>
              <a:rPr lang="en-US" sz="2000" dirty="0" err="1">
                <a:solidFill>
                  <a:schemeClr val="tx2"/>
                </a:solidFill>
                <a:latin typeface="Times New Roman"/>
                <a:ea typeface="MS PGothic"/>
                <a:cs typeface="Times New Roman"/>
              </a:rPr>
              <a:t>PLoS</a:t>
            </a:r>
            <a:r>
              <a:rPr lang="en-US" sz="2000" dirty="0">
                <a:solidFill>
                  <a:schemeClr val="tx2"/>
                </a:solidFill>
                <a:latin typeface="Times New Roman"/>
                <a:ea typeface="MS PGothic"/>
                <a:cs typeface="Times New Roman"/>
              </a:rPr>
              <a:t> ONE, vol. 20, no. 4, Apr. 2025.M. S. Sadi, "Finger-Gesture Controlled Wheelchair with Enabling IoT," IEEE Access, vol. 10, pp. 12345–12355, Nov. 2022.</a:t>
            </a:r>
          </a:p>
          <a:p>
            <a:pPr marL="342900" indent="-342900" algn="just">
              <a:buFont typeface="Arial" panose="020B0604020202020204" pitchFamily="34" charset="0"/>
              <a:buChar char="•"/>
              <a:tabLst>
                <a:tab pos="219022" algn="l"/>
              </a:tabLst>
            </a:pPr>
            <a:r>
              <a:rPr lang="en-US" sz="2000" dirty="0">
                <a:solidFill>
                  <a:schemeClr val="tx2"/>
                </a:solidFill>
                <a:latin typeface="Times New Roman"/>
                <a:ea typeface="MS PGothic"/>
                <a:cs typeface="Times New Roman"/>
              </a:rPr>
              <a:t>Satish Kumar, Dheeraj, Neeraj, and Sandeep Kumar, “Design and Development of Head Motion Controlled Wheelchair,” International Journal of Advances in Engineering &amp; Technology (IJAET), vol. 8, no. 5, pp. 816–822, Oct. 2015. ISSN: 2231-1963. </a:t>
            </a:r>
          </a:p>
          <a:p>
            <a:pPr marL="0" indent="0" algn="just">
              <a:tabLst>
                <a:tab pos="219022" algn="l"/>
              </a:tabLst>
            </a:pPr>
            <a:r>
              <a:rPr lang="en-US" sz="2000" dirty="0">
                <a:solidFill>
                  <a:schemeClr val="tx2"/>
                </a:solidFill>
                <a:latin typeface="Times New Roman"/>
                <a:ea typeface="MS PGothic"/>
                <a:cs typeface="Times New Roman"/>
              </a:rPr>
              <a:t>     </a:t>
            </a:r>
            <a:r>
              <a:rPr lang="en-US" sz="2000" dirty="0" err="1">
                <a:solidFill>
                  <a:schemeClr val="tx2"/>
                </a:solidFill>
                <a:latin typeface="Times New Roman"/>
                <a:ea typeface="MS PGothic"/>
                <a:cs typeface="Times New Roman"/>
              </a:rPr>
              <a:t>doi</a:t>
            </a:r>
            <a:r>
              <a:rPr lang="en-US" sz="2000" dirty="0">
                <a:solidFill>
                  <a:schemeClr val="tx2"/>
                </a:solidFill>
                <a:latin typeface="Times New Roman"/>
                <a:ea typeface="MS PGothic"/>
                <a:cs typeface="Times New Roman"/>
              </a:rPr>
              <a:t>: 10.13140/RG.2.2.29123.71209.</a:t>
            </a:r>
          </a:p>
          <a:p>
            <a:pPr marL="342900" indent="-342900" algn="just">
              <a:buFont typeface="Arial" panose="020B0604020202020204" pitchFamily="34" charset="0"/>
              <a:buChar char="•"/>
              <a:tabLst>
                <a:tab pos="219022" algn="l"/>
              </a:tabLst>
            </a:pPr>
            <a:r>
              <a:rPr lang="en-US" sz="2000" dirty="0" err="1">
                <a:solidFill>
                  <a:schemeClr val="tx2"/>
                </a:solidFill>
                <a:latin typeface="Times New Roman"/>
                <a:ea typeface="MS PGothic"/>
                <a:cs typeface="Times New Roman"/>
              </a:rPr>
              <a:t>DewanMohammed</a:t>
            </a:r>
            <a:r>
              <a:rPr lang="en-US" sz="2000" dirty="0">
                <a:solidFill>
                  <a:schemeClr val="tx2"/>
                </a:solidFill>
                <a:latin typeface="Times New Roman"/>
                <a:ea typeface="MS PGothic"/>
                <a:cs typeface="Times New Roman"/>
              </a:rPr>
              <a:t> Abdul Ahad, Dewan Mohammed Rashid, Md. Sajid Hossain." Low Cost Obstacle Avoidance Robot with Logic Gates and Gate Delay Calculations". Vol.6,No.1,2018,pp.1-7.doi: 10.11648/j.acis.20180601.11</a:t>
            </a:r>
          </a:p>
          <a:p>
            <a:pPr marL="342900" indent="-342900" algn="just">
              <a:buFont typeface="Arial"/>
              <a:buChar char="•"/>
              <a:tabLst>
                <a:tab pos="219022" algn="l"/>
              </a:tabLst>
            </a:pPr>
            <a:r>
              <a:rPr lang="en-US" sz="2000" dirty="0">
                <a:solidFill>
                  <a:schemeClr val="tx2"/>
                </a:solidFill>
                <a:latin typeface="Times New Roman"/>
                <a:ea typeface="MS PGothic"/>
                <a:cs typeface="Times New Roman"/>
              </a:rPr>
              <a:t>“</a:t>
            </a:r>
            <a:r>
              <a:rPr lang="en-US" sz="2000" dirty="0" err="1">
                <a:solidFill>
                  <a:schemeClr val="tx2"/>
                </a:solidFill>
                <a:latin typeface="Times New Roman"/>
                <a:ea typeface="MS PGothic"/>
                <a:cs typeface="Times New Roman"/>
              </a:rPr>
              <a:t>CircuitDigest</a:t>
            </a:r>
            <a:r>
              <a:rPr lang="en-US" sz="2000" dirty="0">
                <a:solidFill>
                  <a:schemeClr val="tx2"/>
                </a:solidFill>
                <a:latin typeface="Times New Roman"/>
                <a:ea typeface="MS PGothic"/>
                <a:cs typeface="Times New Roman"/>
              </a:rPr>
              <a:t>,”Circuitdigest.com, Nov. 13, 2015.</a:t>
            </a:r>
            <a:r>
              <a:rPr lang="en-US" sz="2000" dirty="0">
                <a:solidFill>
                  <a:schemeClr val="tx2"/>
                </a:solidFill>
                <a:latin typeface="Times New Roman"/>
                <a:ea typeface="MS PGothic"/>
                <a:cs typeface="Times New Roman"/>
                <a:hlinkClick r:id="rId3">
                  <a:extLst>
                    <a:ext uri="{A12FA001-AC4F-418D-AE19-62706E023703}">
                      <ahyp:hlinkClr xmlns:ahyp="http://schemas.microsoft.com/office/drawing/2018/hyperlinkcolor" val="tx"/>
                    </a:ext>
                  </a:extLst>
                </a:hlinkClick>
              </a:rPr>
              <a:t>https://circuitdigest.com/electronic-circuits/ir-transmitter-and-receiver-circuit</a:t>
            </a:r>
            <a:r>
              <a:rPr lang="en-US" sz="2000" dirty="0">
                <a:solidFill>
                  <a:schemeClr val="tx2"/>
                </a:solidFill>
                <a:latin typeface="Times New Roman"/>
                <a:ea typeface="MS PGothic"/>
                <a:cs typeface="Times New Roman"/>
              </a:rPr>
              <a:t>? (accessed Sep. 01, 2025).</a:t>
            </a:r>
          </a:p>
          <a:p>
            <a:pPr marL="342900" indent="-342900" algn="just">
              <a:buFont typeface="Arial"/>
              <a:buChar char="•"/>
              <a:tabLst>
                <a:tab pos="219022" algn="l"/>
              </a:tabLst>
            </a:pPr>
            <a:r>
              <a:rPr lang="en-US" sz="2000" dirty="0">
                <a:solidFill>
                  <a:schemeClr val="tx2"/>
                </a:solidFill>
                <a:latin typeface="Times New Roman"/>
                <a:ea typeface="MS PGothic"/>
                <a:cs typeface="Times New Roman"/>
              </a:rPr>
              <a:t>admin, “Vibration Alarm Circuit using Timer IC 555,” </a:t>
            </a:r>
            <a:r>
              <a:rPr lang="en-US" sz="2000" dirty="0" err="1">
                <a:solidFill>
                  <a:schemeClr val="tx2"/>
                </a:solidFill>
                <a:latin typeface="Times New Roman"/>
                <a:ea typeface="MS PGothic"/>
                <a:cs typeface="Times New Roman"/>
              </a:rPr>
              <a:t>theoryCIRCUIT</a:t>
            </a:r>
            <a:r>
              <a:rPr lang="en-US" sz="2000" dirty="0">
                <a:solidFill>
                  <a:schemeClr val="tx2"/>
                </a:solidFill>
                <a:latin typeface="Times New Roman"/>
                <a:ea typeface="MS PGothic"/>
                <a:cs typeface="Times New Roman"/>
              </a:rPr>
              <a:t> - Do It Yourself Electronics Projects, May 22, 2017. </a:t>
            </a:r>
            <a:r>
              <a:rPr lang="en-US" sz="2000" dirty="0">
                <a:solidFill>
                  <a:schemeClr val="tx2"/>
                </a:solidFill>
                <a:latin typeface="Times New Roman"/>
                <a:ea typeface="MS PGothic"/>
                <a:cs typeface="Times New Roman"/>
                <a:hlinkClick r:id="rId4">
                  <a:extLst>
                    <a:ext uri="{A12FA001-AC4F-418D-AE19-62706E023703}">
                      <ahyp:hlinkClr xmlns:ahyp="http://schemas.microsoft.com/office/drawing/2018/hyperlinkcolor" val="tx"/>
                    </a:ext>
                  </a:extLst>
                </a:hlinkClick>
              </a:rPr>
              <a:t>https://theorycircuit.com/ic-555-ic-741/vibration-alarm-circuit-using-timer-ic-555/</a:t>
            </a:r>
            <a:r>
              <a:rPr lang="en-US" sz="2000" dirty="0">
                <a:solidFill>
                  <a:schemeClr val="tx2"/>
                </a:solidFill>
                <a:latin typeface="Times New Roman"/>
                <a:ea typeface="MS PGothic"/>
                <a:cs typeface="Times New Roman"/>
              </a:rPr>
              <a:t>? (accessed Sep. 01, 2025).</a:t>
            </a:r>
            <a:endParaRPr lang="en-US" sz="2000" dirty="0">
              <a:solidFill>
                <a:schemeClr val="tx2"/>
              </a:solidFill>
              <a:latin typeface="Times New Roman"/>
              <a:cs typeface="Times New Roman"/>
            </a:endParaRPr>
          </a:p>
        </p:txBody>
      </p:sp>
      <p:sp>
        <p:nvSpPr>
          <p:cNvPr id="2" name="Text Box 471">
            <a:extLst>
              <a:ext uri="{FF2B5EF4-FFF2-40B4-BE49-F238E27FC236}">
                <a16:creationId xmlns:a16="http://schemas.microsoft.com/office/drawing/2014/main" id="{9CBA673E-18FB-763E-58ED-5D1569164D5A}"/>
              </a:ext>
            </a:extLst>
          </p:cNvPr>
          <p:cNvSpPr txBox="1">
            <a:spLocks noChangeArrowheads="1"/>
          </p:cNvSpPr>
          <p:nvPr/>
        </p:nvSpPr>
        <p:spPr bwMode="auto">
          <a:xfrm>
            <a:off x="7375222" y="18926392"/>
            <a:ext cx="6591088"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a:solidFill>
                  <a:schemeClr val="bg1"/>
                </a:solidFill>
                <a:latin typeface="Times New Roman"/>
                <a:ea typeface="MS PGothic"/>
                <a:cs typeface="Times New Roman"/>
              </a:rPr>
              <a:t>SIMULATION RESULTS</a:t>
            </a:r>
            <a:endParaRPr lang="en-US" altLang="en-US" sz="2545" b="1">
              <a:solidFill>
                <a:schemeClr val="bg1"/>
              </a:solidFill>
              <a:latin typeface="Times New Roman"/>
              <a:cs typeface="Times New Roman"/>
            </a:endParaRPr>
          </a:p>
        </p:txBody>
      </p:sp>
      <p:sp>
        <p:nvSpPr>
          <p:cNvPr id="22" name="Text Box 471">
            <a:extLst>
              <a:ext uri="{FF2B5EF4-FFF2-40B4-BE49-F238E27FC236}">
                <a16:creationId xmlns:a16="http://schemas.microsoft.com/office/drawing/2014/main" id="{9CBA673E-18FB-763E-58ED-5D1569164D5A}"/>
              </a:ext>
            </a:extLst>
          </p:cNvPr>
          <p:cNvSpPr txBox="1">
            <a:spLocks noChangeArrowheads="1"/>
          </p:cNvSpPr>
          <p:nvPr/>
        </p:nvSpPr>
        <p:spPr bwMode="auto">
          <a:xfrm>
            <a:off x="14291841" y="14103847"/>
            <a:ext cx="6629774"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a:solidFill>
                  <a:schemeClr val="bg1"/>
                </a:solidFill>
                <a:latin typeface="Times New Roman"/>
                <a:ea typeface="MS PGothic"/>
                <a:cs typeface="Times New Roman"/>
              </a:rPr>
              <a:t>RESULTS</a:t>
            </a:r>
            <a:endParaRPr lang="en-US" altLang="en-US" sz="2545" b="1">
              <a:solidFill>
                <a:schemeClr val="bg1"/>
              </a:solidFill>
              <a:latin typeface="Times New Roman"/>
              <a:cs typeface="Times New Roman"/>
            </a:endParaRPr>
          </a:p>
        </p:txBody>
      </p:sp>
      <p:sp>
        <p:nvSpPr>
          <p:cNvPr id="6" name="TextBox 5"/>
          <p:cNvSpPr txBox="1"/>
          <p:nvPr/>
        </p:nvSpPr>
        <p:spPr>
          <a:xfrm>
            <a:off x="394877" y="2839055"/>
            <a:ext cx="3700985" cy="522168"/>
          </a:xfrm>
          <a:prstGeom prst="rect">
            <a:avLst/>
          </a:prstGeom>
          <a:solidFill>
            <a:schemeClr val="bg1"/>
          </a:solidFill>
        </p:spPr>
        <p:txBody>
          <a:bodyPr wrap="square" lIns="129261" tIns="64630" rIns="129261" bIns="64630" rtlCol="0" anchor="t">
            <a:spAutoFit/>
          </a:bodyPr>
          <a:lstStyle/>
          <a:p>
            <a:r>
              <a:rPr lang="en-US" sz="2500">
                <a:solidFill>
                  <a:srgbClr val="FF0000"/>
                </a:solidFill>
                <a:latin typeface="Times New Roman"/>
                <a:ea typeface="MS PGothic"/>
                <a:cs typeface="Times New Roman"/>
              </a:rPr>
              <a:t> Batch ID : 23ECE381B08</a:t>
            </a:r>
            <a:endParaRPr lang="en-US" sz="2545">
              <a:solidFill>
                <a:srgbClr val="FF0000"/>
              </a:solidFill>
              <a:latin typeface="Times New Roman"/>
              <a:ea typeface="MS PGothic"/>
              <a:cs typeface="Times New Roman"/>
            </a:endParaRPr>
          </a:p>
        </p:txBody>
      </p:sp>
      <p:pic>
        <p:nvPicPr>
          <p:cNvPr id="3" name="Picture 2"/>
          <p:cNvPicPr>
            <a:picLocks noChangeAspect="1"/>
          </p:cNvPicPr>
          <p:nvPr/>
        </p:nvPicPr>
        <p:blipFill>
          <a:blip r:embed="rId5">
            <a:alphaModFix/>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456431" y="819409"/>
            <a:ext cx="5838956" cy="16706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B0EBE92F-529E-C3A6-8192-A4E4820DF5AA}"/>
              </a:ext>
            </a:extLst>
          </p:cNvPr>
          <p:cNvSpPr txBox="1"/>
          <p:nvPr/>
        </p:nvSpPr>
        <p:spPr>
          <a:xfrm>
            <a:off x="16915348" y="2838140"/>
            <a:ext cx="3719975" cy="515243"/>
          </a:xfrm>
          <a:prstGeom prst="rect">
            <a:avLst/>
          </a:prstGeom>
          <a:solidFill>
            <a:schemeClr val="bg1"/>
          </a:solidFill>
        </p:spPr>
        <p:txBody>
          <a:bodyPr wrap="square" lIns="129261" tIns="64630" rIns="129261" bIns="64630" rtlCol="0" anchor="t">
            <a:spAutoFit/>
          </a:bodyPr>
          <a:lstStyle/>
          <a:p>
            <a:r>
              <a:rPr lang="en-US" sz="2500">
                <a:solidFill>
                  <a:srgbClr val="FF0000"/>
                </a:solidFill>
                <a:latin typeface="Times New Roman"/>
                <a:ea typeface="MS PGothic"/>
                <a:cs typeface="Times New Roman"/>
              </a:rPr>
              <a:t>Exhibition Date:11/ 10/ 25</a:t>
            </a:r>
          </a:p>
        </p:txBody>
      </p:sp>
      <p:sp>
        <p:nvSpPr>
          <p:cNvPr id="30" name="Text Box 490">
            <a:extLst>
              <a:ext uri="{FF2B5EF4-FFF2-40B4-BE49-F238E27FC236}">
                <a16:creationId xmlns:a16="http://schemas.microsoft.com/office/drawing/2014/main" id="{2CA7D74F-D482-F275-34B2-0F6EC16CD6E3}"/>
              </a:ext>
            </a:extLst>
          </p:cNvPr>
          <p:cNvSpPr txBox="1">
            <a:spLocks noChangeArrowheads="1"/>
          </p:cNvSpPr>
          <p:nvPr/>
        </p:nvSpPr>
        <p:spPr bwMode="auto">
          <a:xfrm>
            <a:off x="7407559" y="7297074"/>
            <a:ext cx="6568508"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00" b="1">
                <a:solidFill>
                  <a:srgbClr val="F8F8F8"/>
                </a:solidFill>
                <a:latin typeface="Times New Roman"/>
                <a:ea typeface="MS PGothic"/>
                <a:cs typeface="Times New Roman"/>
              </a:rPr>
              <a:t>CIRCUIT DIAGRAM</a:t>
            </a:r>
            <a:endParaRPr lang="en-US" altLang="en-US" sz="2500" b="1">
              <a:solidFill>
                <a:srgbClr val="F8F8F8"/>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DB24BB4-E5EF-EB46-E219-728B0759EAC4}"/>
              </a:ext>
            </a:extLst>
          </p:cNvPr>
          <p:cNvSpPr txBox="1"/>
          <p:nvPr/>
        </p:nvSpPr>
        <p:spPr>
          <a:xfrm>
            <a:off x="9560144" y="717485"/>
            <a:ext cx="11056189" cy="1077218"/>
          </a:xfrm>
          <a:prstGeom prst="rect">
            <a:avLst/>
          </a:prstGeom>
          <a:noFill/>
        </p:spPr>
        <p:txBody>
          <a:bodyPr wrap="square" rtlCol="0">
            <a:spAutoFit/>
          </a:bodyPr>
          <a:lstStyle/>
          <a:p>
            <a:pPr algn="r"/>
            <a:r>
              <a:rPr lang="en-US" altLang="en-US" sz="3200" b="1">
                <a:solidFill>
                  <a:schemeClr val="bg2">
                    <a:lumMod val="10000"/>
                  </a:schemeClr>
                </a:solidFill>
                <a:latin typeface="Times New Roman"/>
                <a:ea typeface="MS PGothic"/>
                <a:cs typeface="Times New Roman"/>
              </a:rPr>
              <a:t>Department of Electronics and Communication Engineering</a:t>
            </a:r>
          </a:p>
          <a:p>
            <a:pPr algn="r"/>
            <a:r>
              <a:rPr lang="en-US" altLang="en-US" sz="3200" b="1">
                <a:solidFill>
                  <a:schemeClr val="bg2">
                    <a:lumMod val="10000"/>
                  </a:schemeClr>
                </a:solidFill>
                <a:latin typeface="Times New Roman"/>
                <a:ea typeface="MS PGothic"/>
                <a:cs typeface="Times New Roman"/>
              </a:rPr>
              <a:t>	 Amrita School of Engineering, Coimbatore - 641112</a:t>
            </a:r>
          </a:p>
        </p:txBody>
      </p:sp>
      <p:sp>
        <p:nvSpPr>
          <p:cNvPr id="7" name="TextBox 6">
            <a:extLst>
              <a:ext uri="{FF2B5EF4-FFF2-40B4-BE49-F238E27FC236}">
                <a16:creationId xmlns:a16="http://schemas.microsoft.com/office/drawing/2014/main" id="{6FAC0D08-4D57-7206-FF29-3EBE52F72E04}"/>
              </a:ext>
            </a:extLst>
          </p:cNvPr>
          <p:cNvSpPr txBox="1"/>
          <p:nvPr/>
        </p:nvSpPr>
        <p:spPr>
          <a:xfrm>
            <a:off x="5754173" y="2553117"/>
            <a:ext cx="10801569" cy="1261884"/>
          </a:xfrm>
          <a:prstGeom prst="rect">
            <a:avLst/>
          </a:prstGeom>
          <a:noFill/>
        </p:spPr>
        <p:txBody>
          <a:bodyPr wrap="square" rtlCol="0">
            <a:spAutoFit/>
          </a:bodyPr>
          <a:lstStyle/>
          <a:p>
            <a:pPr marL="93663" lvl="1" indent="-93663" algn="ctr"/>
            <a:r>
              <a:rPr lang="en-US" altLang="en-US" sz="2400" b="1" dirty="0" err="1">
                <a:solidFill>
                  <a:schemeClr val="bg2">
                    <a:lumMod val="10000"/>
                  </a:schemeClr>
                </a:solidFill>
                <a:latin typeface="Times New Roman"/>
                <a:ea typeface="MS PGothic"/>
                <a:cs typeface="Times New Roman"/>
              </a:rPr>
              <a:t>B.Tech</a:t>
            </a:r>
            <a:r>
              <a:rPr lang="en-US" altLang="en-US" sz="2400" b="1" dirty="0">
                <a:solidFill>
                  <a:schemeClr val="bg2">
                    <a:lumMod val="10000"/>
                  </a:schemeClr>
                </a:solidFill>
                <a:latin typeface="Times New Roman"/>
                <a:ea typeface="MS PGothic"/>
                <a:cs typeface="Times New Roman"/>
              </a:rPr>
              <a:t> – ECE</a:t>
            </a:r>
          </a:p>
          <a:p>
            <a:pPr marL="93663" lvl="1" indent="-93663" algn="ctr"/>
            <a:r>
              <a:rPr lang="en-US" altLang="en-US" sz="2400" b="1" dirty="0">
                <a:solidFill>
                  <a:schemeClr val="bg2">
                    <a:lumMod val="10000"/>
                  </a:schemeClr>
                </a:solidFill>
                <a:latin typeface="Times New Roman"/>
                <a:ea typeface="MS PGothic"/>
                <a:cs typeface="Times New Roman"/>
              </a:rPr>
              <a:t>	</a:t>
            </a:r>
            <a:r>
              <a:rPr lang="en-US" altLang="en-US" sz="2800" b="1" dirty="0">
                <a:solidFill>
                  <a:schemeClr val="bg2">
                    <a:lumMod val="10000"/>
                  </a:schemeClr>
                </a:solidFill>
                <a:latin typeface="Times New Roman"/>
                <a:ea typeface="MS PGothic"/>
                <a:cs typeface="Times New Roman"/>
              </a:rPr>
              <a:t> 23ECE381 Open Laboratory – I </a:t>
            </a:r>
          </a:p>
          <a:p>
            <a:endParaRPr lang="en-IN" sz="2400" b="1" dirty="0">
              <a:solidFill>
                <a:schemeClr val="bg2">
                  <a:lumMod val="10000"/>
                </a:schemeClr>
              </a:solidFill>
            </a:endParaRPr>
          </a:p>
        </p:txBody>
      </p:sp>
      <p:sp>
        <p:nvSpPr>
          <p:cNvPr id="8" name="TextBox 7">
            <a:extLst>
              <a:ext uri="{FF2B5EF4-FFF2-40B4-BE49-F238E27FC236}">
                <a16:creationId xmlns:a16="http://schemas.microsoft.com/office/drawing/2014/main" id="{69C786FA-8E52-DE9E-C4FD-BCBFFBB7FE09}"/>
              </a:ext>
            </a:extLst>
          </p:cNvPr>
          <p:cNvSpPr txBox="1"/>
          <p:nvPr/>
        </p:nvSpPr>
        <p:spPr>
          <a:xfrm>
            <a:off x="466900" y="7927466"/>
            <a:ext cx="6567532"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dirty="0">
                <a:solidFill>
                  <a:schemeClr val="tx2"/>
                </a:solidFill>
                <a:latin typeface="Times New Roman"/>
                <a:ea typeface="MS PGothic"/>
                <a:cs typeface="Times New Roman"/>
              </a:rPr>
              <a:t>	Individuals with physical disabilities such as paralysis often face challenges in operating traditional wheelchairs, which require manual effort. For those with limited arm movement or finger dexterity, these methods can be difficult or impractical, increasing their dependence. Current wheelchair control systems lack adaptability, ease of use, and affordability for diverse user needs. </a:t>
            </a:r>
            <a:endParaRPr lang="en-US" sz="2400" dirty="0">
              <a:solidFill>
                <a:schemeClr val="tx2"/>
              </a:solidFill>
              <a:latin typeface="Times New Roman"/>
              <a:cs typeface="Times New Roman"/>
            </a:endParaRPr>
          </a:p>
          <a:p>
            <a:pPr algn="just"/>
            <a:r>
              <a:rPr lang="en-US" sz="2400" dirty="0">
                <a:solidFill>
                  <a:schemeClr val="tx2"/>
                </a:solidFill>
                <a:latin typeface="Times New Roman"/>
                <a:ea typeface="MS PGothic"/>
                <a:cs typeface="Times New Roman"/>
              </a:rPr>
              <a:t>     </a:t>
            </a:r>
            <a:endParaRPr lang="en-US" sz="2400" dirty="0">
              <a:solidFill>
                <a:schemeClr val="tx2"/>
              </a:solidFill>
              <a:cs typeface="Times New Roman"/>
            </a:endParaRPr>
          </a:p>
          <a:p>
            <a:pPr algn="just"/>
            <a:r>
              <a:rPr lang="en-US" sz="2400" dirty="0">
                <a:solidFill>
                  <a:schemeClr val="tx2"/>
                </a:solidFill>
                <a:latin typeface="Times New Roman"/>
                <a:ea typeface="MS PGothic"/>
                <a:cs typeface="Times New Roman"/>
              </a:rPr>
              <a:t>           This project proposes a wireless hand gesture–based control mechanism that leverages sensor technology to translate intuitive hand movements into precise mobility commands, enhancing autonomy, comfort, and safety for users.</a:t>
            </a:r>
          </a:p>
        </p:txBody>
      </p:sp>
      <p:sp>
        <p:nvSpPr>
          <p:cNvPr id="16" name="TextBox 15">
            <a:extLst>
              <a:ext uri="{FF2B5EF4-FFF2-40B4-BE49-F238E27FC236}">
                <a16:creationId xmlns:a16="http://schemas.microsoft.com/office/drawing/2014/main" id="{58590AA4-50C6-91A6-39BA-71BACF8F9330}"/>
              </a:ext>
            </a:extLst>
          </p:cNvPr>
          <p:cNvSpPr txBox="1"/>
          <p:nvPr/>
        </p:nvSpPr>
        <p:spPr>
          <a:xfrm>
            <a:off x="7358166" y="19304933"/>
            <a:ext cx="65357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tx2"/>
                </a:solidFill>
                <a:latin typeface="Times New Roman"/>
                <a:ea typeface="MS PGothic"/>
                <a:cs typeface="Times New Roman"/>
              </a:rPr>
              <a:t>Input from tilt sensors : 5V DC from each</a:t>
            </a:r>
            <a:endParaRPr lang="en-US" sz="2000" dirty="0">
              <a:solidFill>
                <a:schemeClr val="tx2"/>
              </a:solidFill>
            </a:endParaRPr>
          </a:p>
        </p:txBody>
      </p:sp>
      <p:sp>
        <p:nvSpPr>
          <p:cNvPr id="24" name="TextBox 23">
            <a:extLst>
              <a:ext uri="{FF2B5EF4-FFF2-40B4-BE49-F238E27FC236}">
                <a16:creationId xmlns:a16="http://schemas.microsoft.com/office/drawing/2014/main" id="{E21C075D-DF5B-584F-26B9-7DA61F8B2A82}"/>
              </a:ext>
            </a:extLst>
          </p:cNvPr>
          <p:cNvSpPr txBox="1"/>
          <p:nvPr/>
        </p:nvSpPr>
        <p:spPr>
          <a:xfrm>
            <a:off x="394877" y="13701671"/>
            <a:ext cx="648889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dirty="0">
                <a:solidFill>
                  <a:schemeClr val="tx2"/>
                </a:solidFill>
                <a:latin typeface="Times New Roman"/>
                <a:ea typeface="MS PGothic"/>
                <a:cs typeface="Times New Roman"/>
              </a:rPr>
              <a:t>Block Diagram:</a:t>
            </a:r>
            <a:endParaRPr lang="en-US" sz="1600" dirty="0">
              <a:solidFill>
                <a:schemeClr val="tx2"/>
              </a:solidFill>
            </a:endParaRPr>
          </a:p>
        </p:txBody>
      </p:sp>
      <p:sp>
        <p:nvSpPr>
          <p:cNvPr id="25" name="TextBox 24">
            <a:extLst>
              <a:ext uri="{FF2B5EF4-FFF2-40B4-BE49-F238E27FC236}">
                <a16:creationId xmlns:a16="http://schemas.microsoft.com/office/drawing/2014/main" id="{D3DD2FFE-A142-A031-C5EE-7B0D11310C2F}"/>
              </a:ext>
            </a:extLst>
          </p:cNvPr>
          <p:cNvSpPr txBox="1"/>
          <p:nvPr/>
        </p:nvSpPr>
        <p:spPr>
          <a:xfrm>
            <a:off x="7377801" y="19637081"/>
            <a:ext cx="6535759"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tx2"/>
                </a:solidFill>
                <a:latin typeface="Times New Roman"/>
                <a:ea typeface="MS PGothic"/>
                <a:cs typeface="Times New Roman"/>
              </a:rPr>
              <a:t>Transmitter - Modulated Output:</a:t>
            </a:r>
          </a:p>
          <a:p>
            <a:pPr algn="just"/>
            <a:r>
              <a:rPr lang="en-US" sz="1800" dirty="0">
                <a:solidFill>
                  <a:schemeClr val="tx2"/>
                </a:solidFill>
                <a:latin typeface="Times New Roman"/>
                <a:ea typeface="MS PGothic"/>
                <a:cs typeface="Times New Roman"/>
              </a:rPr>
              <a:t>When modulating wave = 1k Hz</a:t>
            </a:r>
            <a:endParaRPr lang="en-US" sz="1800" dirty="0">
              <a:solidFill>
                <a:schemeClr val="tx2"/>
              </a:solidFill>
            </a:endParaRPr>
          </a:p>
        </p:txBody>
      </p:sp>
      <p:sp>
        <p:nvSpPr>
          <p:cNvPr id="29" name="TextBox 28">
            <a:extLst>
              <a:ext uri="{FF2B5EF4-FFF2-40B4-BE49-F238E27FC236}">
                <a16:creationId xmlns:a16="http://schemas.microsoft.com/office/drawing/2014/main" id="{93D6120E-0B7D-C6FF-E3FD-72DAB962AF42}"/>
              </a:ext>
            </a:extLst>
          </p:cNvPr>
          <p:cNvSpPr txBox="1"/>
          <p:nvPr/>
        </p:nvSpPr>
        <p:spPr>
          <a:xfrm>
            <a:off x="7389037" y="25054927"/>
            <a:ext cx="65357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tx2"/>
                </a:solidFill>
                <a:latin typeface="Times New Roman"/>
                <a:ea typeface="MS PGothic"/>
                <a:cs typeface="Times New Roman"/>
              </a:rPr>
              <a:t>Fall Detector Output:</a:t>
            </a:r>
            <a:endParaRPr lang="en-US" sz="1600" dirty="0">
              <a:solidFill>
                <a:schemeClr val="tx2"/>
              </a:solidFill>
            </a:endParaRPr>
          </a:p>
        </p:txBody>
      </p:sp>
      <p:pic>
        <p:nvPicPr>
          <p:cNvPr id="9" name="Picture 8" descr="A computer screen shot of a diagram&#10;&#10;AI-generated content may be incorrect.">
            <a:extLst>
              <a:ext uri="{FF2B5EF4-FFF2-40B4-BE49-F238E27FC236}">
                <a16:creationId xmlns:a16="http://schemas.microsoft.com/office/drawing/2014/main" id="{D47C13B6-0CD2-DF36-AF3E-D12DADE5F706}"/>
              </a:ext>
            </a:extLst>
          </p:cNvPr>
          <p:cNvPicPr>
            <a:picLocks noChangeAspect="1"/>
          </p:cNvPicPr>
          <p:nvPr/>
        </p:nvPicPr>
        <p:blipFill>
          <a:blip r:embed="rId7"/>
          <a:stretch>
            <a:fillRect/>
          </a:stretch>
        </p:blipFill>
        <p:spPr>
          <a:xfrm>
            <a:off x="7807637" y="27863740"/>
            <a:ext cx="2774579" cy="1482701"/>
          </a:xfrm>
          <a:prstGeom prst="rect">
            <a:avLst/>
          </a:prstGeom>
        </p:spPr>
      </p:pic>
      <p:sp>
        <p:nvSpPr>
          <p:cNvPr id="12" name="TextBox 11">
            <a:extLst>
              <a:ext uri="{FF2B5EF4-FFF2-40B4-BE49-F238E27FC236}">
                <a16:creationId xmlns:a16="http://schemas.microsoft.com/office/drawing/2014/main" id="{0ED88030-2211-318A-6E29-C9D9E9A49688}"/>
              </a:ext>
            </a:extLst>
          </p:cNvPr>
          <p:cNvSpPr txBox="1"/>
          <p:nvPr/>
        </p:nvSpPr>
        <p:spPr>
          <a:xfrm>
            <a:off x="7382627" y="27373591"/>
            <a:ext cx="65357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tx2"/>
                </a:solidFill>
                <a:latin typeface="Times New Roman"/>
                <a:ea typeface="MS PGothic"/>
                <a:cs typeface="Times New Roman"/>
              </a:rPr>
              <a:t>Obstacle Detector Outputs:</a:t>
            </a:r>
            <a:endParaRPr lang="en-US" sz="1600" dirty="0">
              <a:solidFill>
                <a:schemeClr val="tx2"/>
              </a:solidFill>
            </a:endParaRPr>
          </a:p>
        </p:txBody>
      </p:sp>
      <p:pic>
        <p:nvPicPr>
          <p:cNvPr id="13" name="Picture 12" descr="A screenshot of a computer&#10;&#10;AI-generated content may be incorrect.">
            <a:extLst>
              <a:ext uri="{FF2B5EF4-FFF2-40B4-BE49-F238E27FC236}">
                <a16:creationId xmlns:a16="http://schemas.microsoft.com/office/drawing/2014/main" id="{B18B5995-8A2D-ADEC-4C4E-7F7A8BA00015}"/>
              </a:ext>
            </a:extLst>
          </p:cNvPr>
          <p:cNvPicPr>
            <a:picLocks noChangeAspect="1"/>
          </p:cNvPicPr>
          <p:nvPr/>
        </p:nvPicPr>
        <p:blipFill>
          <a:blip r:embed="rId8"/>
          <a:stretch>
            <a:fillRect/>
          </a:stretch>
        </p:blipFill>
        <p:spPr>
          <a:xfrm>
            <a:off x="10904889" y="27863740"/>
            <a:ext cx="2717023" cy="1482701"/>
          </a:xfrm>
          <a:prstGeom prst="rect">
            <a:avLst/>
          </a:prstGeom>
        </p:spPr>
      </p:pic>
      <p:sp>
        <p:nvSpPr>
          <p:cNvPr id="31" name="TextBox 30">
            <a:extLst>
              <a:ext uri="{FF2B5EF4-FFF2-40B4-BE49-F238E27FC236}">
                <a16:creationId xmlns:a16="http://schemas.microsoft.com/office/drawing/2014/main" id="{026F4E36-5E72-9E6D-4439-117E613A1755}"/>
              </a:ext>
            </a:extLst>
          </p:cNvPr>
          <p:cNvSpPr txBox="1"/>
          <p:nvPr/>
        </p:nvSpPr>
        <p:spPr>
          <a:xfrm>
            <a:off x="14492002" y="7513164"/>
            <a:ext cx="65357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tx2"/>
                </a:solidFill>
                <a:latin typeface="Times New Roman"/>
                <a:ea typeface="MS PGothic"/>
                <a:cs typeface="Times New Roman"/>
              </a:rPr>
              <a:t>Motor Output:</a:t>
            </a:r>
            <a:endParaRPr lang="en-US" sz="1600" dirty="0"/>
          </a:p>
        </p:txBody>
      </p:sp>
      <p:sp>
        <p:nvSpPr>
          <p:cNvPr id="11" name="TextBox 10">
            <a:extLst>
              <a:ext uri="{FF2B5EF4-FFF2-40B4-BE49-F238E27FC236}">
                <a16:creationId xmlns:a16="http://schemas.microsoft.com/office/drawing/2014/main" id="{816AFB37-8F6D-6335-DDC2-24F324771E7F}"/>
              </a:ext>
            </a:extLst>
          </p:cNvPr>
          <p:cNvSpPr txBox="1"/>
          <p:nvPr/>
        </p:nvSpPr>
        <p:spPr>
          <a:xfrm rot="10800000" flipV="1">
            <a:off x="-10172009" y="15155862"/>
            <a:ext cx="65467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dirty="0">
              <a:solidFill>
                <a:schemeClr val="tx2"/>
              </a:solidFill>
              <a:latin typeface="Times New Roman"/>
              <a:cs typeface="Times New Roman"/>
            </a:endParaRPr>
          </a:p>
        </p:txBody>
      </p:sp>
      <p:pic>
        <p:nvPicPr>
          <p:cNvPr id="17" name="Picture 16">
            <a:extLst>
              <a:ext uri="{FF2B5EF4-FFF2-40B4-BE49-F238E27FC236}">
                <a16:creationId xmlns:a16="http://schemas.microsoft.com/office/drawing/2014/main" id="{B5245ED8-421B-D686-F45B-913437F091BC}"/>
              </a:ext>
            </a:extLst>
          </p:cNvPr>
          <p:cNvPicPr>
            <a:picLocks noChangeAspect="1"/>
          </p:cNvPicPr>
          <p:nvPr/>
        </p:nvPicPr>
        <p:blipFill>
          <a:blip r:embed="rId9"/>
          <a:stretch>
            <a:fillRect/>
          </a:stretch>
        </p:blipFill>
        <p:spPr>
          <a:xfrm>
            <a:off x="484657" y="14103847"/>
            <a:ext cx="6528633" cy="3479866"/>
          </a:xfrm>
          <a:prstGeom prst="rect">
            <a:avLst/>
          </a:prstGeom>
        </p:spPr>
      </p:pic>
      <p:sp>
        <p:nvSpPr>
          <p:cNvPr id="32" name="TextBox 31">
            <a:extLst>
              <a:ext uri="{FF2B5EF4-FFF2-40B4-BE49-F238E27FC236}">
                <a16:creationId xmlns:a16="http://schemas.microsoft.com/office/drawing/2014/main" id="{11F87C23-E99F-072A-0B98-41E29067E329}"/>
              </a:ext>
            </a:extLst>
          </p:cNvPr>
          <p:cNvSpPr txBox="1"/>
          <p:nvPr/>
        </p:nvSpPr>
        <p:spPr>
          <a:xfrm>
            <a:off x="14333664" y="14705043"/>
            <a:ext cx="6447136" cy="68634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tilt sensors generated stable 5V signals that triggered distinct modulation tones (200, 500, 700, 1000 Hz) for each gesture.</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These tones successfully modulated the 38 kHz IR carrier and were transmitted reliably through the IR LED driver.</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At the receiver, the TSOP1738 demodulated the carrier and recovered the original modulation frequencies.</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Band-pass filters, comparators, and flip-flops accurately decoded and latched each command, producing clean direction outputs for the wheelchair.</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Obstacle detection using IR sensors produced a digital low output when objects were within knee-height, disabling motor operation for safety.</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Fall detection triggered the alarm circuit and motor cutoff within approximately 100ms, based on tilt sensor activation and rapid response timer circuitry.</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wheelchair motors, driven by the L293D IC, executed clockwise and anti-clockwise movement based on gesture inputs with reliable logic switching.</a:t>
            </a:r>
          </a:p>
          <a:p>
            <a:pPr marL="342900" indent="-342900" algn="just">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Safety circuits controlled the motor enable pins, preventing operation during obstacle or fall events, ensuring user protection throughout system testing.</a:t>
            </a:r>
          </a:p>
        </p:txBody>
      </p:sp>
      <p:pic>
        <p:nvPicPr>
          <p:cNvPr id="46" name="Picture 45">
            <a:extLst>
              <a:ext uri="{FF2B5EF4-FFF2-40B4-BE49-F238E27FC236}">
                <a16:creationId xmlns:a16="http://schemas.microsoft.com/office/drawing/2014/main" id="{4301B002-5966-FCFB-A325-45D43FD2B57C}"/>
              </a:ext>
            </a:extLst>
          </p:cNvPr>
          <p:cNvPicPr>
            <a:picLocks noChangeAspect="1"/>
          </p:cNvPicPr>
          <p:nvPr/>
        </p:nvPicPr>
        <p:blipFill>
          <a:blip r:embed="rId10"/>
          <a:stretch>
            <a:fillRect/>
          </a:stretch>
        </p:blipFill>
        <p:spPr>
          <a:xfrm>
            <a:off x="7403415" y="25413549"/>
            <a:ext cx="6525525" cy="2015305"/>
          </a:xfrm>
          <a:prstGeom prst="rect">
            <a:avLst/>
          </a:prstGeom>
        </p:spPr>
      </p:pic>
      <p:sp>
        <p:nvSpPr>
          <p:cNvPr id="47" name="TextBox 46">
            <a:extLst>
              <a:ext uri="{FF2B5EF4-FFF2-40B4-BE49-F238E27FC236}">
                <a16:creationId xmlns:a16="http://schemas.microsoft.com/office/drawing/2014/main" id="{44196586-0A3B-F59C-E6F5-7889600B6EBA}"/>
              </a:ext>
            </a:extLst>
          </p:cNvPr>
          <p:cNvSpPr txBox="1"/>
          <p:nvPr/>
        </p:nvSpPr>
        <p:spPr>
          <a:xfrm>
            <a:off x="451834" y="17583713"/>
            <a:ext cx="6447136" cy="120956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solidFill>
                  <a:schemeClr val="tx2"/>
                </a:solidFill>
                <a:latin typeface="Times New Roman"/>
                <a:ea typeface="MS PGothic"/>
                <a:cs typeface="Times New Roman"/>
              </a:rPr>
              <a:t>Methodology:</a:t>
            </a:r>
            <a:endParaRPr lang="en-US" sz="2000" dirty="0">
              <a:solidFill>
                <a:schemeClr val="tx2"/>
              </a:solidFill>
              <a:latin typeface="Times New Roman"/>
              <a:ea typeface="MS PGothic"/>
              <a:cs typeface="Times New Roman"/>
            </a:endParaRPr>
          </a:p>
          <a:p>
            <a:pPr algn="just"/>
            <a:r>
              <a:rPr lang="en-US" sz="2000" b="1" dirty="0">
                <a:solidFill>
                  <a:schemeClr val="tx2"/>
                </a:solidFill>
                <a:latin typeface="Times New Roman"/>
                <a:ea typeface="MS PGothic"/>
                <a:cs typeface="Times New Roman"/>
              </a:rPr>
              <a:t>Stage 1: Transmitter – The User</a:t>
            </a:r>
          </a:p>
          <a:p>
            <a:pPr algn="just"/>
            <a:r>
              <a:rPr lang="en-US" sz="2000" dirty="0">
                <a:solidFill>
                  <a:schemeClr val="tx2"/>
                </a:solidFill>
                <a:latin typeface="Times New Roman"/>
                <a:ea typeface="MS PGothic"/>
                <a:cs typeface="Times New Roman"/>
              </a:rPr>
              <a:t>      1. </a:t>
            </a:r>
            <a:r>
              <a:rPr lang="en-US" sz="2000" b="1" dirty="0">
                <a:solidFill>
                  <a:schemeClr val="tx2"/>
                </a:solidFill>
                <a:latin typeface="Times New Roman"/>
                <a:ea typeface="MS PGothic"/>
                <a:cs typeface="Times New Roman"/>
              </a:rPr>
              <a:t>Sensor Input:</a:t>
            </a:r>
            <a:r>
              <a:rPr lang="en-US" sz="2000" dirty="0">
                <a:solidFill>
                  <a:schemeClr val="tx2"/>
                </a:solidFill>
                <a:latin typeface="Times New Roman"/>
                <a:ea typeface="MS PGothic"/>
                <a:cs typeface="Times New Roman"/>
              </a:rPr>
              <a:t>  4 tilt sensors are attached to user’s hand detect hand gestures by acting as switches that change state based on hand movement. </a:t>
            </a:r>
          </a:p>
          <a:p>
            <a:pPr algn="just"/>
            <a:r>
              <a:rPr lang="en-US" sz="2000" dirty="0">
                <a:solidFill>
                  <a:schemeClr val="tx2"/>
                </a:solidFill>
                <a:latin typeface="Times New Roman"/>
                <a:ea typeface="MS PGothic"/>
                <a:cs typeface="Times New Roman"/>
              </a:rPr>
              <a:t>      2. </a:t>
            </a:r>
            <a:r>
              <a:rPr lang="en-US" sz="2000" b="1" dirty="0">
                <a:solidFill>
                  <a:schemeClr val="tx2"/>
                </a:solidFill>
                <a:latin typeface="Times New Roman"/>
                <a:ea typeface="MS PGothic"/>
                <a:cs typeface="Times New Roman"/>
              </a:rPr>
              <a:t>Transmission of gestures: </a:t>
            </a:r>
            <a:r>
              <a:rPr lang="en-US" sz="2000" dirty="0">
                <a:solidFill>
                  <a:schemeClr val="tx2"/>
                </a:solidFill>
                <a:latin typeface="Times New Roman"/>
                <a:ea typeface="MS PGothic"/>
                <a:cs typeface="Times New Roman"/>
              </a:rPr>
              <a:t>Each tilt sensor output goes into a separate oscillator section (using op-amp/comparator or 555 in astable mode). Forward → 200 Hz, Backward → 500 Hz, Left → 700 Hz, Right → 1000 Hz.</a:t>
            </a:r>
          </a:p>
          <a:p>
            <a:pPr marL="342900" indent="-342900" algn="just">
              <a:buFont typeface="Arial" panose="020B0604020202020204" pitchFamily="34" charset="0"/>
              <a:buChar char="•"/>
            </a:pPr>
            <a:r>
              <a:rPr lang="en-US" sz="2000" dirty="0">
                <a:solidFill>
                  <a:schemeClr val="tx2"/>
                </a:solidFill>
                <a:latin typeface="Times New Roman"/>
                <a:ea typeface="MS PGothic"/>
                <a:cs typeface="Times New Roman"/>
              </a:rPr>
              <a:t>This allows FDM (Frequency-Division Multiplexing) → each gesture is encoded as a different modulation frequency.</a:t>
            </a:r>
          </a:p>
          <a:p>
            <a:pPr marL="342900" indent="-342900" algn="just">
              <a:buFont typeface="Arial" panose="020B0604020202020204" pitchFamily="34" charset="0"/>
              <a:buChar char="•"/>
            </a:pPr>
            <a:r>
              <a:rPr lang="en-US" sz="2000" dirty="0">
                <a:solidFill>
                  <a:schemeClr val="tx2"/>
                </a:solidFill>
                <a:latin typeface="Times New Roman"/>
                <a:ea typeface="MS PGothic"/>
                <a:cs typeface="Times New Roman"/>
              </a:rPr>
              <a:t>A separate 38 kHz generator passed through a transistor driver stage, boosting current for the IR LED. The IR LED continuously sends the high-frequency 38 kHz carrier modulated at one of the four specific gesture frequencies.</a:t>
            </a:r>
          </a:p>
          <a:p>
            <a:pPr marL="342900" indent="-342900" algn="just">
              <a:buFont typeface="Arial" panose="020B0604020202020204" pitchFamily="34" charset="0"/>
              <a:buChar char="•"/>
            </a:pPr>
            <a:endParaRPr lang="en-US" sz="2000" dirty="0">
              <a:solidFill>
                <a:schemeClr val="tx2"/>
              </a:solidFill>
              <a:latin typeface="Times New Roman"/>
              <a:ea typeface="MS PGothic"/>
              <a:cs typeface="Times New Roman"/>
            </a:endParaRPr>
          </a:p>
          <a:p>
            <a:pPr algn="just"/>
            <a:r>
              <a:rPr lang="en-US" sz="2000" b="1" dirty="0">
                <a:solidFill>
                  <a:schemeClr val="tx2"/>
                </a:solidFill>
                <a:latin typeface="Times New Roman"/>
                <a:ea typeface="MS PGothic"/>
                <a:cs typeface="Times New Roman"/>
              </a:rPr>
              <a:t>Stage 2: Receiver – The Wheelchair</a:t>
            </a:r>
          </a:p>
          <a:p>
            <a:pPr algn="just"/>
            <a:r>
              <a:rPr lang="en-US" sz="2000" dirty="0">
                <a:solidFill>
                  <a:schemeClr val="tx2"/>
                </a:solidFill>
                <a:latin typeface="Times New Roman"/>
                <a:ea typeface="MS PGothic"/>
                <a:cs typeface="Times New Roman"/>
              </a:rPr>
              <a:t>      1. </a:t>
            </a:r>
            <a:r>
              <a:rPr lang="en-US" sz="2000" b="1" dirty="0">
                <a:solidFill>
                  <a:schemeClr val="tx2"/>
                </a:solidFill>
                <a:latin typeface="Times New Roman"/>
                <a:ea typeface="MS PGothic"/>
                <a:cs typeface="Times New Roman"/>
              </a:rPr>
              <a:t>Reception:</a:t>
            </a:r>
            <a:r>
              <a:rPr lang="en-US" sz="2000" dirty="0">
                <a:solidFill>
                  <a:schemeClr val="tx2"/>
                </a:solidFill>
                <a:latin typeface="Times New Roman"/>
                <a:ea typeface="MS PGothic"/>
                <a:cs typeface="Times New Roman"/>
              </a:rPr>
              <a:t> The TSOP1738 receives the 38 kHz IR signal and outputs only the low-frequency modulation (200/500/700/1000 Hz). This signal is passed through four band-pass filters, each tuned to one specific frequency for direction decoding. Each filtered tone is converted into a clean digital pulse using comparator stages. Finally, JK-flip-flops latch these pulses to give stable Forward/Backward/Left/Right outputs for motor control.</a:t>
            </a:r>
          </a:p>
          <a:p>
            <a:pPr algn="just"/>
            <a:r>
              <a:rPr lang="en-US" sz="2000" dirty="0">
                <a:solidFill>
                  <a:schemeClr val="tx2"/>
                </a:solidFill>
                <a:latin typeface="Times New Roman"/>
                <a:ea typeface="MS PGothic"/>
                <a:cs typeface="Times New Roman"/>
              </a:rPr>
              <a:t>      </a:t>
            </a:r>
            <a:r>
              <a:rPr lang="en-US" sz="2000" b="1" dirty="0">
                <a:solidFill>
                  <a:schemeClr val="tx2"/>
                </a:solidFill>
                <a:latin typeface="Times New Roman"/>
                <a:ea typeface="MS PGothic"/>
                <a:cs typeface="Times New Roman"/>
              </a:rPr>
              <a:t>Safety Measures:</a:t>
            </a:r>
          </a:p>
          <a:p>
            <a:pPr algn="just"/>
            <a:r>
              <a:rPr lang="en-US" sz="2000" dirty="0">
                <a:solidFill>
                  <a:schemeClr val="tx2"/>
                </a:solidFill>
                <a:latin typeface="Times New Roman"/>
                <a:ea typeface="MS PGothic"/>
                <a:cs typeface="Times New Roman"/>
              </a:rPr>
              <a:t>                1. </a:t>
            </a:r>
            <a:r>
              <a:rPr lang="en-US" sz="2000" b="1" dirty="0">
                <a:solidFill>
                  <a:schemeClr val="tx2"/>
                </a:solidFill>
                <a:latin typeface="Times New Roman"/>
                <a:ea typeface="MS PGothic"/>
                <a:cs typeface="Times New Roman"/>
              </a:rPr>
              <a:t>Obstacle Detection:  </a:t>
            </a:r>
            <a:r>
              <a:rPr lang="en-US" sz="2000" dirty="0">
                <a:solidFill>
                  <a:schemeClr val="tx2"/>
                </a:solidFill>
                <a:latin typeface="Times New Roman"/>
                <a:ea typeface="MS PGothic"/>
                <a:cs typeface="Times New Roman"/>
              </a:rPr>
              <a:t>IR sensors detect obstacles </a:t>
            </a:r>
            <a:r>
              <a:rPr lang="en-US" sz="2000" dirty="0" err="1">
                <a:solidFill>
                  <a:schemeClr val="tx2"/>
                </a:solidFill>
                <a:latin typeface="Times New Roman"/>
                <a:ea typeface="MS PGothic"/>
                <a:cs typeface="Times New Roman"/>
              </a:rPr>
              <a:t>upto</a:t>
            </a:r>
            <a:r>
              <a:rPr lang="en-US" sz="2000" dirty="0">
                <a:solidFill>
                  <a:schemeClr val="tx2"/>
                </a:solidFill>
                <a:latin typeface="Times New Roman"/>
                <a:ea typeface="MS PGothic"/>
                <a:cs typeface="Times New Roman"/>
              </a:rPr>
              <a:t> knee-length, and logic gates prevent motor operation to avoid collisions.</a:t>
            </a:r>
          </a:p>
          <a:p>
            <a:pPr algn="just"/>
            <a:r>
              <a:rPr lang="en-US" sz="2000" dirty="0">
                <a:solidFill>
                  <a:schemeClr val="tx2"/>
                </a:solidFill>
                <a:latin typeface="Times New Roman"/>
                <a:ea typeface="MS PGothic"/>
                <a:cs typeface="Times New Roman"/>
              </a:rPr>
              <a:t>                2. </a:t>
            </a:r>
            <a:r>
              <a:rPr lang="en-US" sz="2000" b="1" dirty="0">
                <a:solidFill>
                  <a:schemeClr val="tx2"/>
                </a:solidFill>
                <a:latin typeface="Times New Roman"/>
                <a:ea typeface="MS PGothic"/>
                <a:cs typeface="Times New Roman"/>
              </a:rPr>
              <a:t>Fall Detection:  </a:t>
            </a:r>
            <a:r>
              <a:rPr lang="en-US" sz="2000" dirty="0">
                <a:solidFill>
                  <a:schemeClr val="tx2"/>
                </a:solidFill>
                <a:latin typeface="Times New Roman"/>
                <a:ea typeface="MS PGothic"/>
                <a:cs typeface="Times New Roman"/>
              </a:rPr>
              <a:t>Tilt sensor attached to the wheelchair detect falls, triggering alarms and disabling motors via a 555 timer. </a:t>
            </a:r>
          </a:p>
          <a:p>
            <a:pPr algn="just"/>
            <a:endParaRPr lang="en-US" sz="2000" dirty="0">
              <a:solidFill>
                <a:schemeClr val="tx2"/>
              </a:solidFill>
              <a:latin typeface="Times New Roman"/>
              <a:ea typeface="MS PGothic"/>
              <a:cs typeface="Times New Roman"/>
            </a:endParaRPr>
          </a:p>
          <a:p>
            <a:pPr algn="just"/>
            <a:r>
              <a:rPr lang="en-US" sz="2000" dirty="0">
                <a:solidFill>
                  <a:schemeClr val="tx2"/>
                </a:solidFill>
                <a:latin typeface="Times New Roman"/>
                <a:ea typeface="MS PGothic"/>
                <a:cs typeface="Times New Roman"/>
              </a:rPr>
              <a:t>      2. </a:t>
            </a:r>
            <a:r>
              <a:rPr lang="en-US" sz="2000" b="1" dirty="0">
                <a:solidFill>
                  <a:schemeClr val="tx2"/>
                </a:solidFill>
                <a:latin typeface="Times New Roman"/>
                <a:ea typeface="MS PGothic"/>
                <a:cs typeface="Times New Roman"/>
              </a:rPr>
              <a:t>Motor Driver:  </a:t>
            </a:r>
            <a:r>
              <a:rPr lang="en-US" sz="2000" dirty="0">
                <a:solidFill>
                  <a:schemeClr val="tx2"/>
                </a:solidFill>
                <a:latin typeface="Times New Roman"/>
                <a:ea typeface="MS PGothic"/>
                <a:cs typeface="Times New Roman"/>
              </a:rPr>
              <a:t>L293D IC controls wheelchair motors to move in clockwise/anti-clockwise direction based on the received signals. The obstacle and fall detector circuits control the enable pin of the motor.</a:t>
            </a:r>
          </a:p>
        </p:txBody>
      </p:sp>
      <p:pic>
        <p:nvPicPr>
          <p:cNvPr id="35" name="Picture 34">
            <a:extLst>
              <a:ext uri="{FF2B5EF4-FFF2-40B4-BE49-F238E27FC236}">
                <a16:creationId xmlns:a16="http://schemas.microsoft.com/office/drawing/2014/main" id="{6FD0A93B-F664-B675-BA3B-91F177A7D880}"/>
              </a:ext>
            </a:extLst>
          </p:cNvPr>
          <p:cNvPicPr>
            <a:picLocks noChangeAspect="1"/>
          </p:cNvPicPr>
          <p:nvPr/>
        </p:nvPicPr>
        <p:blipFill>
          <a:blip r:embed="rId11"/>
          <a:srcRect l="4401" t="2134" r="26334" b="47426"/>
          <a:stretch>
            <a:fillRect/>
          </a:stretch>
        </p:blipFill>
        <p:spPr>
          <a:xfrm>
            <a:off x="7407559" y="7751453"/>
            <a:ext cx="3785178" cy="1937860"/>
          </a:xfrm>
          <a:prstGeom prst="rect">
            <a:avLst/>
          </a:prstGeom>
        </p:spPr>
      </p:pic>
      <p:pic>
        <p:nvPicPr>
          <p:cNvPr id="39" name="Picture 38">
            <a:extLst>
              <a:ext uri="{FF2B5EF4-FFF2-40B4-BE49-F238E27FC236}">
                <a16:creationId xmlns:a16="http://schemas.microsoft.com/office/drawing/2014/main" id="{13D24CBA-9401-D20E-0E9C-1E3DE70285BE}"/>
              </a:ext>
            </a:extLst>
          </p:cNvPr>
          <p:cNvPicPr>
            <a:picLocks noChangeAspect="1"/>
          </p:cNvPicPr>
          <p:nvPr/>
        </p:nvPicPr>
        <p:blipFill>
          <a:blip r:embed="rId11"/>
          <a:srcRect l="4547" t="54863" r="29039" b="2975"/>
          <a:stretch>
            <a:fillRect/>
          </a:stretch>
        </p:blipFill>
        <p:spPr>
          <a:xfrm>
            <a:off x="11191374" y="7927466"/>
            <a:ext cx="2772651" cy="1582294"/>
          </a:xfrm>
          <a:prstGeom prst="rect">
            <a:avLst/>
          </a:prstGeom>
        </p:spPr>
      </p:pic>
      <p:pic>
        <p:nvPicPr>
          <p:cNvPr id="48" name="Picture 47">
            <a:extLst>
              <a:ext uri="{FF2B5EF4-FFF2-40B4-BE49-F238E27FC236}">
                <a16:creationId xmlns:a16="http://schemas.microsoft.com/office/drawing/2014/main" id="{BA6EC5B6-F0B2-528A-8E99-B154C764FF10}"/>
              </a:ext>
            </a:extLst>
          </p:cNvPr>
          <p:cNvPicPr>
            <a:picLocks noChangeAspect="1"/>
          </p:cNvPicPr>
          <p:nvPr/>
        </p:nvPicPr>
        <p:blipFill>
          <a:blip r:embed="rId12"/>
          <a:srcRect l="1697" r="616" b="1374"/>
          <a:stretch>
            <a:fillRect/>
          </a:stretch>
        </p:blipFill>
        <p:spPr>
          <a:xfrm>
            <a:off x="7407560" y="9701283"/>
            <a:ext cx="6517236" cy="3275813"/>
          </a:xfrm>
          <a:prstGeom prst="rect">
            <a:avLst/>
          </a:prstGeom>
        </p:spPr>
      </p:pic>
      <p:pic>
        <p:nvPicPr>
          <p:cNvPr id="50" name="Picture 49">
            <a:extLst>
              <a:ext uri="{FF2B5EF4-FFF2-40B4-BE49-F238E27FC236}">
                <a16:creationId xmlns:a16="http://schemas.microsoft.com/office/drawing/2014/main" id="{8CBA3874-D3D9-EB0B-3308-90D22E626524}"/>
              </a:ext>
            </a:extLst>
          </p:cNvPr>
          <p:cNvPicPr>
            <a:picLocks noChangeAspect="1"/>
          </p:cNvPicPr>
          <p:nvPr/>
        </p:nvPicPr>
        <p:blipFill>
          <a:blip r:embed="rId13"/>
          <a:srcRect l="6051" t="53220" r="14445" b="533"/>
          <a:stretch>
            <a:fillRect/>
          </a:stretch>
        </p:blipFill>
        <p:spPr>
          <a:xfrm>
            <a:off x="7993070" y="12986467"/>
            <a:ext cx="5381956" cy="2511443"/>
          </a:xfrm>
          <a:prstGeom prst="rect">
            <a:avLst/>
          </a:prstGeom>
        </p:spPr>
      </p:pic>
      <p:pic>
        <p:nvPicPr>
          <p:cNvPr id="54" name="Picture 53">
            <a:extLst>
              <a:ext uri="{FF2B5EF4-FFF2-40B4-BE49-F238E27FC236}">
                <a16:creationId xmlns:a16="http://schemas.microsoft.com/office/drawing/2014/main" id="{138CF9B0-0C1A-98A5-8817-6F4C6B121D5F}"/>
              </a:ext>
            </a:extLst>
          </p:cNvPr>
          <p:cNvPicPr>
            <a:picLocks noChangeAspect="1"/>
          </p:cNvPicPr>
          <p:nvPr/>
        </p:nvPicPr>
        <p:blipFill>
          <a:blip r:embed="rId14"/>
          <a:srcRect l="23219" t="15654" r="35430" b="55766"/>
          <a:stretch>
            <a:fillRect/>
          </a:stretch>
        </p:blipFill>
        <p:spPr>
          <a:xfrm>
            <a:off x="11205926" y="15395673"/>
            <a:ext cx="2718870" cy="1497419"/>
          </a:xfrm>
          <a:prstGeom prst="rect">
            <a:avLst/>
          </a:prstGeom>
        </p:spPr>
      </p:pic>
      <p:pic>
        <p:nvPicPr>
          <p:cNvPr id="58" name="Picture 57">
            <a:extLst>
              <a:ext uri="{FF2B5EF4-FFF2-40B4-BE49-F238E27FC236}">
                <a16:creationId xmlns:a16="http://schemas.microsoft.com/office/drawing/2014/main" id="{D9E585FD-007A-71D0-233E-B3C4FFA3C197}"/>
              </a:ext>
            </a:extLst>
          </p:cNvPr>
          <p:cNvPicPr>
            <a:picLocks noChangeAspect="1"/>
          </p:cNvPicPr>
          <p:nvPr/>
        </p:nvPicPr>
        <p:blipFill>
          <a:blip r:embed="rId15"/>
          <a:srcRect t="45053"/>
          <a:stretch>
            <a:fillRect/>
          </a:stretch>
        </p:blipFill>
        <p:spPr>
          <a:xfrm>
            <a:off x="7410071" y="15514978"/>
            <a:ext cx="3796290" cy="2306642"/>
          </a:xfrm>
          <a:prstGeom prst="rect">
            <a:avLst/>
          </a:prstGeom>
        </p:spPr>
      </p:pic>
      <p:pic>
        <p:nvPicPr>
          <p:cNvPr id="59" name="Picture 58">
            <a:extLst>
              <a:ext uri="{FF2B5EF4-FFF2-40B4-BE49-F238E27FC236}">
                <a16:creationId xmlns:a16="http://schemas.microsoft.com/office/drawing/2014/main" id="{B05495A2-DCEC-518D-C1EF-5BD5DCF14034}"/>
              </a:ext>
            </a:extLst>
          </p:cNvPr>
          <p:cNvPicPr>
            <a:picLocks noChangeAspect="1"/>
          </p:cNvPicPr>
          <p:nvPr/>
        </p:nvPicPr>
        <p:blipFill>
          <a:blip r:embed="rId15"/>
          <a:srcRect b="53898"/>
          <a:stretch>
            <a:fillRect/>
          </a:stretch>
        </p:blipFill>
        <p:spPr>
          <a:xfrm>
            <a:off x="10262502" y="16966240"/>
            <a:ext cx="3701523" cy="1887003"/>
          </a:xfrm>
          <a:prstGeom prst="rect">
            <a:avLst/>
          </a:prstGeom>
        </p:spPr>
      </p:pic>
      <p:pic>
        <p:nvPicPr>
          <p:cNvPr id="5120" name="Picture 5119">
            <a:extLst>
              <a:ext uri="{FF2B5EF4-FFF2-40B4-BE49-F238E27FC236}">
                <a16:creationId xmlns:a16="http://schemas.microsoft.com/office/drawing/2014/main" id="{548406C5-6F77-CF19-7D02-45FE87E492AE}"/>
              </a:ext>
            </a:extLst>
          </p:cNvPr>
          <p:cNvPicPr>
            <a:picLocks noChangeAspect="1"/>
          </p:cNvPicPr>
          <p:nvPr/>
        </p:nvPicPr>
        <p:blipFill>
          <a:blip r:embed="rId16"/>
          <a:stretch>
            <a:fillRect/>
          </a:stretch>
        </p:blipFill>
        <p:spPr>
          <a:xfrm>
            <a:off x="10676679" y="23628069"/>
            <a:ext cx="3236881" cy="1469849"/>
          </a:xfrm>
          <a:prstGeom prst="rect">
            <a:avLst/>
          </a:prstGeom>
        </p:spPr>
      </p:pic>
      <p:pic>
        <p:nvPicPr>
          <p:cNvPr id="5128" name="Picture 5127">
            <a:extLst>
              <a:ext uri="{FF2B5EF4-FFF2-40B4-BE49-F238E27FC236}">
                <a16:creationId xmlns:a16="http://schemas.microsoft.com/office/drawing/2014/main" id="{525C9586-0F3E-2A61-7E81-9DBC7F98BCBD}"/>
              </a:ext>
            </a:extLst>
          </p:cNvPr>
          <p:cNvPicPr>
            <a:picLocks noChangeAspect="1"/>
          </p:cNvPicPr>
          <p:nvPr/>
        </p:nvPicPr>
        <p:blipFill>
          <a:blip r:embed="rId17"/>
          <a:stretch>
            <a:fillRect/>
          </a:stretch>
        </p:blipFill>
        <p:spPr>
          <a:xfrm>
            <a:off x="10656916" y="22081861"/>
            <a:ext cx="3212970" cy="1452438"/>
          </a:xfrm>
          <a:prstGeom prst="rect">
            <a:avLst/>
          </a:prstGeom>
        </p:spPr>
      </p:pic>
      <p:pic>
        <p:nvPicPr>
          <p:cNvPr id="5130" name="Picture 5129">
            <a:extLst>
              <a:ext uri="{FF2B5EF4-FFF2-40B4-BE49-F238E27FC236}">
                <a16:creationId xmlns:a16="http://schemas.microsoft.com/office/drawing/2014/main" id="{DC4F1B60-206A-13B1-7AC8-D431A20CB353}"/>
              </a:ext>
            </a:extLst>
          </p:cNvPr>
          <p:cNvPicPr>
            <a:picLocks noChangeAspect="1"/>
          </p:cNvPicPr>
          <p:nvPr/>
        </p:nvPicPr>
        <p:blipFill>
          <a:blip r:embed="rId18"/>
          <a:stretch>
            <a:fillRect/>
          </a:stretch>
        </p:blipFill>
        <p:spPr>
          <a:xfrm>
            <a:off x="7448567" y="22112805"/>
            <a:ext cx="3123562" cy="1421559"/>
          </a:xfrm>
          <a:prstGeom prst="rect">
            <a:avLst/>
          </a:prstGeom>
        </p:spPr>
      </p:pic>
      <p:pic>
        <p:nvPicPr>
          <p:cNvPr id="5135" name="Picture 5134">
            <a:extLst>
              <a:ext uri="{FF2B5EF4-FFF2-40B4-BE49-F238E27FC236}">
                <a16:creationId xmlns:a16="http://schemas.microsoft.com/office/drawing/2014/main" id="{C954B41D-51A2-24D7-A696-5DE1D99C61FD}"/>
              </a:ext>
            </a:extLst>
          </p:cNvPr>
          <p:cNvPicPr>
            <a:picLocks noChangeAspect="1"/>
          </p:cNvPicPr>
          <p:nvPr/>
        </p:nvPicPr>
        <p:blipFill>
          <a:blip r:embed="rId19"/>
          <a:stretch>
            <a:fillRect/>
          </a:stretch>
        </p:blipFill>
        <p:spPr>
          <a:xfrm>
            <a:off x="7465778" y="23628069"/>
            <a:ext cx="3125339" cy="1467846"/>
          </a:xfrm>
          <a:prstGeom prst="rect">
            <a:avLst/>
          </a:prstGeom>
        </p:spPr>
      </p:pic>
      <p:pic>
        <p:nvPicPr>
          <p:cNvPr id="5139" name="Picture 5138">
            <a:extLst>
              <a:ext uri="{FF2B5EF4-FFF2-40B4-BE49-F238E27FC236}">
                <a16:creationId xmlns:a16="http://schemas.microsoft.com/office/drawing/2014/main" id="{7819A53D-A8B0-2450-59ED-F4D484BC7561}"/>
              </a:ext>
            </a:extLst>
          </p:cNvPr>
          <p:cNvPicPr>
            <a:picLocks noChangeAspect="1"/>
          </p:cNvPicPr>
          <p:nvPr/>
        </p:nvPicPr>
        <p:blipFill>
          <a:blip r:embed="rId20"/>
          <a:stretch>
            <a:fillRect/>
          </a:stretch>
        </p:blipFill>
        <p:spPr>
          <a:xfrm>
            <a:off x="7379047" y="20281029"/>
            <a:ext cx="6584978" cy="1347550"/>
          </a:xfrm>
          <a:prstGeom prst="rect">
            <a:avLst/>
          </a:prstGeom>
        </p:spPr>
      </p:pic>
      <p:sp>
        <p:nvSpPr>
          <p:cNvPr id="5140" name="TextBox 5139">
            <a:extLst>
              <a:ext uri="{FF2B5EF4-FFF2-40B4-BE49-F238E27FC236}">
                <a16:creationId xmlns:a16="http://schemas.microsoft.com/office/drawing/2014/main" id="{BFC36512-0726-3D57-FDB8-C7DFAA65EAC0}"/>
              </a:ext>
            </a:extLst>
          </p:cNvPr>
          <p:cNvSpPr txBox="1"/>
          <p:nvPr/>
        </p:nvSpPr>
        <p:spPr>
          <a:xfrm>
            <a:off x="7389037" y="21655165"/>
            <a:ext cx="65357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solidFill>
                  <a:schemeClr val="tx2"/>
                </a:solidFill>
                <a:latin typeface="Times New Roman"/>
                <a:ea typeface="MS PGothic"/>
                <a:cs typeface="Times New Roman"/>
              </a:rPr>
              <a:t>Demodulated Outputs of Flip-Flops:</a:t>
            </a:r>
          </a:p>
        </p:txBody>
      </p:sp>
      <p:pic>
        <p:nvPicPr>
          <p:cNvPr id="5142" name="Picture 5141">
            <a:extLst>
              <a:ext uri="{FF2B5EF4-FFF2-40B4-BE49-F238E27FC236}">
                <a16:creationId xmlns:a16="http://schemas.microsoft.com/office/drawing/2014/main" id="{94F63609-390F-D5E2-F61D-46E4A430AA06}"/>
              </a:ext>
            </a:extLst>
          </p:cNvPr>
          <p:cNvPicPr>
            <a:picLocks noChangeAspect="1"/>
          </p:cNvPicPr>
          <p:nvPr/>
        </p:nvPicPr>
        <p:blipFill>
          <a:blip r:embed="rId21"/>
          <a:stretch>
            <a:fillRect/>
          </a:stretch>
        </p:blipFill>
        <p:spPr>
          <a:xfrm>
            <a:off x="15189795" y="8038484"/>
            <a:ext cx="4833866" cy="5695658"/>
          </a:xfrm>
          <a:prstGeom prst="rect">
            <a:avLst/>
          </a:prstGeom>
        </p:spPr>
      </p:pic>
    </p:spTree>
  </p:cSld>
  <p:clrMapOvr>
    <a:masterClrMapping/>
  </p:clrMapOvr>
</p:sld>
</file>

<file path=ppt/theme/theme1.xml><?xml version="1.0" encoding="utf-8"?>
<a:theme xmlns:a="http://schemas.openxmlformats.org/drawingml/2006/main" name="Custom Design">
  <a:themeElements>
    <a:clrScheme name="ResearchPosters Default">
      <a:dk1>
        <a:srgbClr val="1BADCF"/>
      </a:dk1>
      <a:lt1>
        <a:srgbClr val="FFFFFF"/>
      </a:lt1>
      <a:dk2>
        <a:srgbClr val="000000"/>
      </a:dk2>
      <a:lt2>
        <a:srgbClr val="F4F1E9"/>
      </a:lt2>
      <a:accent1>
        <a:srgbClr val="D7D7D7"/>
      </a:accent1>
      <a:accent2>
        <a:srgbClr val="0D5667"/>
      </a:accent2>
      <a:accent3>
        <a:srgbClr val="14819B"/>
      </a:accent3>
      <a:accent4>
        <a:srgbClr val="000000"/>
      </a:accent4>
      <a:accent5>
        <a:srgbClr val="CEF0F8"/>
      </a:accent5>
      <a:accent6>
        <a:srgbClr val="BF9000"/>
      </a:accent6>
      <a:hlink>
        <a:srgbClr val="6CD3EB"/>
      </a:hlink>
      <a:folHlink>
        <a:srgbClr val="FFC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248</TotalTime>
  <Words>960</Words>
  <Application>Microsoft Office PowerPoint</Application>
  <PresentationFormat>Custom</PresentationFormat>
  <Paragraphs>56</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Arial Narrow</vt:lpstr>
      <vt:lpstr>Times New Roman</vt:lpstr>
      <vt:lpstr>Wingdings</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 Portrait Poster Template</dc:title>
  <dc:subject>Free PowerPoint poster templates</dc:subject>
  <dc:creator>Copywrite Digital - Tralee - 066 7128671</dc:creator>
  <cp:keywords>poster presentation, poster design, poster template</cp:keywords>
  <cp:lastModifiedBy>Rithigaa Shree</cp:lastModifiedBy>
  <cp:revision>101</cp:revision>
  <cp:lastPrinted>2009-11-10T08:04:03Z</cp:lastPrinted>
  <dcterms:created xsi:type="dcterms:W3CDTF">2009-11-10T07:29:27Z</dcterms:created>
  <dcterms:modified xsi:type="dcterms:W3CDTF">2025-11-21T09:50:25Z</dcterms:modified>
  <cp:category>Powerpoint poster templates</cp:category>
</cp:coreProperties>
</file>